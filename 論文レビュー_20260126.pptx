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15"/>
  </p:notesMasterIdLst>
  <p:sldIdLst>
    <p:sldId id="283" r:id="rId3"/>
    <p:sldId id="284" r:id="rId4"/>
    <p:sldId id="300" r:id="rId5"/>
    <p:sldId id="286" r:id="rId6"/>
    <p:sldId id="301" r:id="rId7"/>
    <p:sldId id="302" r:id="rId8"/>
    <p:sldId id="256" r:id="rId9"/>
    <p:sldId id="279" r:id="rId10"/>
    <p:sldId id="285" r:id="rId11"/>
    <p:sldId id="280" r:id="rId12"/>
    <p:sldId id="281" r:id="rId13"/>
    <p:sldId id="282"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DE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D3DBBB-9083-48F2-A813-7157E7295ADE}" type="datetimeFigureOut">
              <a:rPr kumimoji="1" lang="ja-JP" altLang="en-US" smtClean="0"/>
              <a:t>2026/1/27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480E5D-39F6-4F21-9D62-24BE8E9E0E37}" type="slidenum">
              <a:rPr kumimoji="1" lang="ja-JP" altLang="en-US" smtClean="0"/>
              <a:t>‹#›</a:t>
            </a:fld>
            <a:endParaRPr kumimoji="1" lang="ja-JP" altLang="en-US"/>
          </a:p>
        </p:txBody>
      </p:sp>
    </p:spTree>
    <p:extLst>
      <p:ext uri="{BB962C8B-B14F-4D97-AF65-F5344CB8AC3E}">
        <p14:creationId xmlns:p14="http://schemas.microsoft.com/office/powerpoint/2010/main" val="5161729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dirty="0"/>
              <a:t>1.5</a:t>
            </a:r>
            <a:endParaRPr kumimoji="1" lang="ja-JP" altLang="en-US" dirty="0"/>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3</a:t>
            </a:fld>
            <a:endParaRPr kumimoji="1" lang="ja-JP" altLang="en-US"/>
          </a:p>
        </p:txBody>
      </p:sp>
    </p:spTree>
    <p:extLst>
      <p:ext uri="{BB962C8B-B14F-4D97-AF65-F5344CB8AC3E}">
        <p14:creationId xmlns:p14="http://schemas.microsoft.com/office/powerpoint/2010/main" val="3341870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age">
    <p:spTree>
      <p:nvGrpSpPr>
        <p:cNvPr id="1" name=""/>
        <p:cNvGrpSpPr/>
        <p:nvPr/>
      </p:nvGrpSpPr>
      <p:grpSpPr>
        <a:xfrm>
          <a:off x="0" y="0"/>
          <a:ext cx="0" cy="0"/>
          <a:chOff x="0" y="0"/>
          <a:chExt cx="0" cy="0"/>
        </a:xfrm>
      </p:grpSpPr>
      <p:sp>
        <p:nvSpPr>
          <p:cNvPr id="16" name="Picture Placeholder 7"/>
          <p:cNvSpPr>
            <a:spLocks noGrp="1"/>
          </p:cNvSpPr>
          <p:nvPr>
            <p:ph type="pic" sz="quarter" idx="20" hasCustomPrompt="1"/>
          </p:nvPr>
        </p:nvSpPr>
        <p:spPr>
          <a:xfrm>
            <a:off x="0" y="0"/>
            <a:ext cx="12192000" cy="4343399"/>
          </a:xfrm>
          <a:blipFill>
            <a:blip r:embed="rId2"/>
            <a:stretch>
              <a:fillRect/>
            </a:stretch>
          </a:blipFill>
        </p:spPr>
        <p:txBody>
          <a:bodyPr bIns="640080" anchor="b" anchorCtr="0">
            <a:normAutofit/>
          </a:bodyPr>
          <a:lstStyle>
            <a:lvl1pPr marL="0" indent="0" algn="ctr">
              <a:buFontTx/>
              <a:buNone/>
              <a:defRPr sz="2400" b="1" i="1">
                <a:solidFill>
                  <a:schemeClr val="accent6">
                    <a:lumMod val="90000"/>
                  </a:schemeClr>
                </a:solidFill>
                <a:latin typeface="メイリオ" panose="020B0604030504040204" pitchFamily="50" charset="-128"/>
                <a:ea typeface="メイリオ" panose="020B0604030504040204" pitchFamily="50" charset="-128"/>
              </a:defRPr>
            </a:lvl1pPr>
          </a:lstStyle>
          <a:p>
            <a:r>
              <a:rPr lang="en-US"/>
              <a:t> </a:t>
            </a:r>
          </a:p>
        </p:txBody>
      </p:sp>
      <p:sp>
        <p:nvSpPr>
          <p:cNvPr id="5" name="Text Placeholder 2"/>
          <p:cNvSpPr>
            <a:spLocks noGrp="1"/>
          </p:cNvSpPr>
          <p:nvPr>
            <p:ph type="body" idx="14" hasCustomPrompt="1"/>
          </p:nvPr>
        </p:nvSpPr>
        <p:spPr>
          <a:xfrm>
            <a:off x="838200" y="2903781"/>
            <a:ext cx="10515600" cy="1431026"/>
          </a:xfrm>
        </p:spPr>
        <p:txBody>
          <a:bodyPr anchor="b" anchorCtr="0">
            <a:noAutofit/>
          </a:bodyPr>
          <a:lstStyle>
            <a:lvl1pPr marL="0" indent="0" algn="ctr">
              <a:buNone/>
              <a:defRPr sz="4000" b="1" cap="none"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ja-JP" altLang="en-US">
                <a:latin typeface="MS Gothic" panose="020B0609070205080204" pitchFamily="49" charset="-128"/>
                <a:ea typeface="MS Gothic" panose="020B0609070205080204" pitchFamily="49" charset="-128"/>
              </a:rPr>
              <a:t>タイトル </a:t>
            </a:r>
            <a:r>
              <a:rPr lang="en-US" altLang="ja-JP"/>
              <a:t>– TITLE</a:t>
            </a:r>
            <a:endParaRPr lang="en-US"/>
          </a:p>
        </p:txBody>
      </p:sp>
      <p:pic>
        <p:nvPicPr>
          <p:cNvPr id="12"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15" name="Rectangle 14"/>
          <p:cNvSpPr/>
          <p:nvPr/>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6"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7" name="Rectangle 6"/>
          <p:cNvSpPr/>
          <p:nvPr/>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8"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9" name="Rectangle 6"/>
          <p:cNvSpPr/>
          <p:nvPr/>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10" name="Content Placeholder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11" name="Rectangle 6"/>
          <p:cNvSpPr/>
          <p:nvPr userDrawn="1"/>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3787584630"/>
      </p:ext>
    </p:extLst>
  </p:cSld>
  <p:clrMapOvr>
    <a:masterClrMapping/>
  </p:clrMapOvr>
  <p:transition spd="slow">
    <p:push/>
  </p:transition>
  <p:extLst>
    <p:ext uri="{DCECCB84-F9BA-43D5-87BE-67443E8EF086}">
      <p15:sldGuideLst xmlns:p15="http://schemas.microsoft.com/office/powerpoint/2012/main">
        <p15:guide id="1" orient="horz" pos="3120">
          <p15:clr>
            <a:srgbClr val="FBAE40"/>
          </p15:clr>
        </p15:guide>
        <p15:guide id="2" orient="horz" pos="2880">
          <p15:clr>
            <a:srgbClr val="FBAE40"/>
          </p15:clr>
        </p15:guide>
        <p15:guide id="3" orient="horz" pos="2736">
          <p15:clr>
            <a:srgbClr val="FBAE40"/>
          </p15:clr>
        </p15:guide>
        <p15:guide id="4" orient="horz" pos="19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8357E68-063E-4963-A53C-37713E0CB8C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344004579"/>
      </p:ext>
    </p:extLst>
  </p:cSld>
  <p:clrMapOvr>
    <a:masterClrMapping/>
  </p:clrMapOvr>
  <p:transition spd="slow">
    <p:push/>
  </p:transition>
  <p:extLst>
    <p:ext uri="{DCECCB84-F9BA-43D5-87BE-67443E8EF086}">
      <p15:sldGuideLst xmlns:p15="http://schemas.microsoft.com/office/powerpoint/2012/main">
        <p15:guide id="13" orient="horz" pos="2160">
          <p15:clr>
            <a:srgbClr val="FBAE40"/>
          </p15:clr>
        </p15:guide>
        <p15:guide id="14" orient="horz" pos="3000">
          <p15:clr>
            <a:srgbClr val="FBAE40"/>
          </p15:clr>
        </p15:guide>
        <p15:guide id="15" orient="horz" pos="1968">
          <p15:clr>
            <a:srgbClr val="FBAE40"/>
          </p15:clr>
        </p15:guide>
        <p15:guide id="16" orient="horz"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2" name="Rectangle 1"/>
          <p:cNvSpPr/>
          <p:nvPr/>
        </p:nvSpPr>
        <p:spPr>
          <a:xfrm>
            <a:off x="0" y="0"/>
            <a:ext cx="12192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baseline="0"/>
            </a:lvl1pPr>
          </a:lstStyle>
          <a:p>
            <a:r>
              <a:rPr lang="en-US"/>
              <a:t>Type text here or click icon </a:t>
            </a:r>
            <a:br>
              <a:rPr lang="en-US"/>
            </a:br>
            <a:r>
              <a:rPr lang="en-US"/>
              <a:t>to insert image</a:t>
            </a:r>
          </a:p>
        </p:txBody>
      </p:sp>
      <p:sp>
        <p:nvSpPr>
          <p:cNvPr id="9" name="Footer Placeholder 4"/>
          <p:cNvSpPr>
            <a:spLocks noGrp="1"/>
          </p:cNvSpPr>
          <p:nvPr>
            <p:ph type="ftr" sz="quarter" idx="3"/>
          </p:nvPr>
        </p:nvSpPr>
        <p:spPr>
          <a:xfrm>
            <a:off x="8925436" y="6487628"/>
            <a:ext cx="2431242" cy="300522"/>
          </a:xfrm>
          <a:prstGeom prst="rect">
            <a:avLst/>
          </a:prstGeom>
        </p:spPr>
        <p:txBody>
          <a:bodyPr vert="horz" lIns="0" tIns="45720" rIns="91440" bIns="45720" rtlCol="0" anchor="ctr"/>
          <a:lstStyle>
            <a:lvl1pPr algn="r">
              <a:defRPr sz="600" cap="all" baseline="0">
                <a:solidFill>
                  <a:schemeClr val="bg1"/>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endParaRPr kumimoji="0" lang="en-US" sz="600" b="0" i="0" u="none" strike="noStrike" kern="1200" cap="all" spc="0" normalizeH="0" baseline="0" noProof="0">
              <a:ln>
                <a:noFill/>
              </a:ln>
              <a:solidFill>
                <a:srgbClr val="FFFFFF"/>
              </a:solidFill>
              <a:effectLst/>
              <a:uLnTx/>
              <a:uFillTx/>
              <a:latin typeface="Segoe UI Semilight"/>
              <a:ea typeface="メイリオ"/>
              <a:cs typeface="Segoe UI Semilight" panose="020B0402040204020203" pitchFamily="34" charset="0"/>
            </a:endParaRP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0" name="Date Placeholder 3"/>
          <p:cNvSpPr>
            <a:spLocks noGrp="1"/>
          </p:cNvSpPr>
          <p:nvPr>
            <p:ph type="dt" sz="half" idx="2"/>
          </p:nvPr>
        </p:nvSpPr>
        <p:spPr>
          <a:xfrm>
            <a:off x="8270980" y="6477000"/>
            <a:ext cx="1088359" cy="311150"/>
          </a:xfrm>
          <a:prstGeom prst="rect">
            <a:avLst/>
          </a:prstGeom>
        </p:spPr>
        <p:txBody>
          <a:bodyPr vert="horz" lIns="91440" tIns="45720" rIns="0" bIns="45720" rtlCol="0" anchor="ctr"/>
          <a:lstStyle>
            <a:lvl1pPr algn="r">
              <a:defRPr sz="600">
                <a:solidFill>
                  <a:schemeClr val="bg1"/>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2B25E7-DEA7-4D5B-B47A-22EBA008311B}"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Rectangle 10"/>
          <p:cNvSpPr/>
          <p:nvPr/>
        </p:nvSpPr>
        <p:spPr>
          <a:xfrm>
            <a:off x="0" y="0"/>
            <a:ext cx="12192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
        <p:nvSpPr>
          <p:cNvPr id="5" name="Text Placeholder 2"/>
          <p:cNvSpPr>
            <a:spLocks noGrp="1"/>
          </p:cNvSpPr>
          <p:nvPr>
            <p:ph type="body" idx="14" hasCustomPrompt="1"/>
          </p:nvPr>
        </p:nvSpPr>
        <p:spPr>
          <a:xfrm>
            <a:off x="838200" y="2903789"/>
            <a:ext cx="10515600" cy="1431026"/>
          </a:xfrm>
        </p:spPr>
        <p:txBody>
          <a:bodyPr anchor="b" anchorCtr="0">
            <a:noAutofit/>
          </a:bodyPr>
          <a:lstStyle>
            <a:lvl1pPr marL="0" indent="0" algn="ctr">
              <a:buNone/>
              <a:defRPr sz="4000" b="1" cap="none"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Main HEADING – Size 40pt font</a:t>
            </a:r>
          </a:p>
        </p:txBody>
      </p:sp>
      <p:sp>
        <p:nvSpPr>
          <p:cNvPr id="12" name="Rectangle 10"/>
          <p:cNvSpPr/>
          <p:nvPr userDrawn="1"/>
        </p:nvSpPr>
        <p:spPr>
          <a:xfrm>
            <a:off x="0" y="0"/>
            <a:ext cx="12192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Tree>
    <p:extLst>
      <p:ext uri="{BB962C8B-B14F-4D97-AF65-F5344CB8AC3E}">
        <p14:creationId xmlns:p14="http://schemas.microsoft.com/office/powerpoint/2010/main" val="2471207216"/>
      </p:ext>
    </p:extLst>
  </p:cSld>
  <p:clrMapOvr>
    <a:masterClrMapping/>
  </p:clrMapOvr>
  <p:transition spd="slow">
    <p:push/>
  </p:transition>
  <p:extLst>
    <p:ext uri="{DCECCB84-F9BA-43D5-87BE-67443E8EF086}">
      <p15:sldGuideLst xmlns:p15="http://schemas.microsoft.com/office/powerpoint/2012/main">
        <p15:guide id="1" orient="horz" pos="3120">
          <p15:clr>
            <a:srgbClr val="FBAE40"/>
          </p15:clr>
        </p15:guide>
        <p15:guide id="2" orient="horz" pos="2880">
          <p15:clr>
            <a:srgbClr val="FBAE40"/>
          </p15:clr>
        </p15:guide>
        <p15:guide id="3" orient="horz" pos="2736">
          <p15:clr>
            <a:srgbClr val="FBAE40"/>
          </p15:clr>
        </p15:guide>
        <p15:guide id="4" orient="horz" pos="19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act Slide 1">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4114800" y="82340"/>
            <a:ext cx="8077200" cy="6318460"/>
          </a:xfrm>
          <a:solidFill>
            <a:schemeClr val="bg1">
              <a:lumMod val="95000"/>
            </a:schemeClr>
          </a:solidFill>
        </p:spPr>
        <p:txBody>
          <a:bodyPr bIns="640080" anchor="b" anchorCtr="0">
            <a:normAutofit/>
          </a:bodyPr>
          <a:lstStyle>
            <a:lvl1pPr marL="0" indent="0" algn="r">
              <a:buFontTx/>
              <a:buNone/>
              <a:defRPr sz="2400" b="1" i="1">
                <a:solidFill>
                  <a:schemeClr val="tx2"/>
                </a:solidFill>
              </a:defRPr>
            </a:lvl1pPr>
          </a:lstStyle>
          <a:p>
            <a:r>
              <a:rPr lang="ja-JP" altLang="en-US"/>
              <a:t>図を追加</a:t>
            </a:r>
            <a:endParaRPr lang="en-US"/>
          </a:p>
        </p:txBody>
      </p:sp>
      <p:sp>
        <p:nvSpPr>
          <p:cNvPr id="10"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2"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011527F-E828-4F8B-BF94-C0725D57B619}"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 name="Title 1"/>
          <p:cNvSpPr>
            <a:spLocks noGrp="1"/>
          </p:cNvSpPr>
          <p:nvPr>
            <p:ph type="ctrTitle" hasCustomPrompt="1"/>
          </p:nvPr>
        </p:nvSpPr>
        <p:spPr>
          <a:xfrm>
            <a:off x="720482" y="2007924"/>
            <a:ext cx="7153760" cy="2481736"/>
          </a:xfrm>
          <a:solidFill>
            <a:schemeClr val="accent1">
              <a:alpha val="90000"/>
            </a:schemeClr>
          </a:solidFill>
        </p:spPr>
        <p:txBody>
          <a:bodyPr tIns="274320" anchor="t">
            <a:normAutofit/>
          </a:bodyPr>
          <a:lstStyle>
            <a:lvl1pPr algn="ctr">
              <a:defRPr sz="4000" cap="none" baseline="0">
                <a:solidFill>
                  <a:schemeClr val="bg1"/>
                </a:solidFill>
              </a:defRPr>
            </a:lvl1pPr>
          </a:lstStyle>
          <a:p>
            <a:pPr lvl="0"/>
            <a:r>
              <a:rPr lang="en-US"/>
              <a:t>Main HEADING</a:t>
            </a:r>
            <a:br>
              <a:rPr lang="en-US"/>
            </a:br>
            <a:r>
              <a:rPr lang="en-US"/>
              <a:t>Size 40pt font</a:t>
            </a:r>
          </a:p>
        </p:txBody>
      </p:sp>
      <p:sp>
        <p:nvSpPr>
          <p:cNvPr id="3" name="Subtitle 2"/>
          <p:cNvSpPr>
            <a:spLocks noGrp="1"/>
          </p:cNvSpPr>
          <p:nvPr>
            <p:ph type="subTitle" idx="1" hasCustomPrompt="1"/>
          </p:nvPr>
        </p:nvSpPr>
        <p:spPr>
          <a:xfrm>
            <a:off x="860425" y="3444228"/>
            <a:ext cx="6873874" cy="825500"/>
          </a:xfrm>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a:t>
            </a:r>
            <a:br>
              <a:rPr lang="en-US"/>
            </a:br>
            <a:r>
              <a:rPr lang="en-US"/>
              <a:t>28pt Font</a:t>
            </a:r>
          </a:p>
        </p:txBody>
      </p:sp>
    </p:spTree>
    <p:extLst>
      <p:ext uri="{BB962C8B-B14F-4D97-AF65-F5344CB8AC3E}">
        <p14:creationId xmlns:p14="http://schemas.microsoft.com/office/powerpoint/2010/main" val="4265352582"/>
      </p:ext>
    </p:extLst>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act Slide">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1" y="76201"/>
            <a:ext cx="8077200" cy="6324600"/>
          </a:xfrm>
          <a:solidFill>
            <a:schemeClr val="bg1">
              <a:lumMod val="95000"/>
            </a:schemeClr>
          </a:solidFill>
        </p:spPr>
        <p:txBody>
          <a:bodyPr bIns="640080" anchor="b" anchorCtr="0">
            <a:normAutofit/>
          </a:bodyPr>
          <a:lstStyle>
            <a:lvl1pPr marL="0" indent="0" algn="l">
              <a:buFontTx/>
              <a:buNone/>
              <a:defRPr sz="2400" b="1" i="1">
                <a:solidFill>
                  <a:schemeClr val="tx2"/>
                </a:solidFill>
              </a:defRPr>
            </a:lvl1pPr>
          </a:lstStyle>
          <a:p>
            <a:r>
              <a:rPr lang="ja-JP" altLang="en-US"/>
              <a:t>図を追加</a:t>
            </a:r>
            <a:endParaRPr lang="en-US"/>
          </a:p>
        </p:txBody>
      </p:sp>
      <p:sp>
        <p:nvSpPr>
          <p:cNvPr id="12" name="Content Placeholder 5"/>
          <p:cNvSpPr>
            <a:spLocks noGrp="1"/>
          </p:cNvSpPr>
          <p:nvPr>
            <p:ph sz="quarter" idx="4" hasCustomPrompt="1"/>
          </p:nvPr>
        </p:nvSpPr>
        <p:spPr>
          <a:xfrm>
            <a:off x="8388882" y="5257799"/>
            <a:ext cx="2964917" cy="762001"/>
          </a:xfrm>
        </p:spPr>
        <p:txBody>
          <a:bodyPr>
            <a:normAutofit/>
          </a:bodyPr>
          <a:lstStyle>
            <a:lvl1pPr marL="0" marR="0" indent="0" algn="ctr" defTabSz="914400" rtl="0" eaLnBrk="1" fontAlgn="auto" latinLnBrk="0" hangingPunct="1">
              <a:lnSpc>
                <a:spcPct val="110000"/>
              </a:lnSpc>
              <a:spcBef>
                <a:spcPts val="0"/>
              </a:spcBef>
              <a:spcAft>
                <a:spcPts val="600"/>
              </a:spcAft>
              <a:buClrTx/>
              <a:buSzTx/>
              <a:buFontTx/>
              <a:buNone/>
              <a:tabLst/>
              <a:defRPr sz="1800">
                <a:solidFill>
                  <a:srgbClr val="C3C3C3"/>
                </a:solidFill>
              </a:defRPr>
            </a:lvl1pPr>
          </a:lstStyle>
          <a:p>
            <a:r>
              <a:rPr lang="en-US"/>
              <a:t>Click icon to add picture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6"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8"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9C19084-D599-4D8F-8790-56C34FEEC9A6}"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 name="Title 1"/>
          <p:cNvSpPr>
            <a:spLocks noGrp="1"/>
          </p:cNvSpPr>
          <p:nvPr>
            <p:ph type="ctrTitle" hasCustomPrompt="1"/>
          </p:nvPr>
        </p:nvSpPr>
        <p:spPr>
          <a:xfrm>
            <a:off x="4007719" y="1605644"/>
            <a:ext cx="7453161" cy="3265714"/>
          </a:xfrm>
          <a:solidFill>
            <a:schemeClr val="accent1">
              <a:alpha val="90000"/>
            </a:schemeClr>
          </a:solidFill>
        </p:spPr>
        <p:txBody>
          <a:bodyPr tIns="640080" anchor="t">
            <a:normAutofit/>
          </a:bodyPr>
          <a:lstStyle>
            <a:lvl1pPr algn="ctr">
              <a:defRPr sz="4000" cap="none" baseline="0">
                <a:solidFill>
                  <a:schemeClr val="bg1"/>
                </a:solidFill>
                <a:latin typeface="メイリオ" panose="020B0604030504040204" pitchFamily="50" charset="-128"/>
                <a:ea typeface="メイリオ" panose="020B0604030504040204" pitchFamily="50" charset="-128"/>
              </a:defRPr>
            </a:lvl1pPr>
          </a:lstStyle>
          <a:p>
            <a:r>
              <a:rPr lang="en-US"/>
              <a:t>Contact Us</a:t>
            </a:r>
          </a:p>
        </p:txBody>
      </p:sp>
      <p:sp>
        <p:nvSpPr>
          <p:cNvPr id="15" name="Text Placeholder 3"/>
          <p:cNvSpPr>
            <a:spLocks noGrp="1"/>
          </p:cNvSpPr>
          <p:nvPr>
            <p:ph type="body" sz="half" idx="20" hasCustomPrompt="1"/>
          </p:nvPr>
        </p:nvSpPr>
        <p:spPr>
          <a:xfrm>
            <a:off x="7972794" y="3199377"/>
            <a:ext cx="3371769" cy="633862"/>
          </a:xfrm>
        </p:spPr>
        <p:txBody>
          <a:bodyPr tIns="0" anchor="b" anchorCtr="0">
            <a:noAutofit/>
          </a:bodyPr>
          <a:lstStyle>
            <a:lvl1pPr marL="0" marR="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email</a:t>
            </a:r>
          </a:p>
        </p:txBody>
      </p:sp>
      <p:sp>
        <p:nvSpPr>
          <p:cNvPr id="17" name="Text Placeholder 3"/>
          <p:cNvSpPr>
            <a:spLocks noGrp="1"/>
          </p:cNvSpPr>
          <p:nvPr>
            <p:ph type="body" sz="half" idx="27" hasCustomPrompt="1"/>
          </p:nvPr>
        </p:nvSpPr>
        <p:spPr>
          <a:xfrm>
            <a:off x="4119016" y="3199377"/>
            <a:ext cx="3343032" cy="633862"/>
          </a:xfrm>
        </p:spPr>
        <p:txBody>
          <a:bodyPr tIns="0" anchor="b" anchorCtr="0">
            <a:noAutofit/>
          </a:bodyPr>
          <a:lstStyle>
            <a:lvl1pPr marL="0" indent="0" algn="r">
              <a:lnSpc>
                <a:spcPct val="100000"/>
              </a:lnSpc>
              <a:spcBef>
                <a:spcPts val="0"/>
              </a:spcBef>
              <a:spcAft>
                <a:spcPts val="200"/>
              </a:spcAft>
              <a:buNone/>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Address</a:t>
            </a:r>
          </a:p>
        </p:txBody>
      </p:sp>
      <p:sp>
        <p:nvSpPr>
          <p:cNvPr id="19" name="Text Placeholder 3"/>
          <p:cNvSpPr>
            <a:spLocks noGrp="1"/>
          </p:cNvSpPr>
          <p:nvPr>
            <p:ph type="body" sz="half" idx="28" hasCustomPrompt="1"/>
          </p:nvPr>
        </p:nvSpPr>
        <p:spPr>
          <a:xfrm>
            <a:off x="7972795" y="3965329"/>
            <a:ext cx="3371768" cy="668010"/>
          </a:xfrm>
        </p:spPr>
        <p:txBody>
          <a:bodyPr tIns="91440" anchor="t" anchorCtr="0">
            <a:noAutofit/>
          </a:bodyPr>
          <a:lstStyle>
            <a:lvl1pPr marL="0" indent="0">
              <a:lnSpc>
                <a:spcPct val="100000"/>
              </a:lnSpc>
              <a:spcBef>
                <a:spcPts val="0"/>
              </a:spcBef>
              <a:spcAft>
                <a:spcPts val="200"/>
              </a:spcAft>
              <a:buNone/>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website</a:t>
            </a:r>
          </a:p>
        </p:txBody>
      </p:sp>
      <p:sp>
        <p:nvSpPr>
          <p:cNvPr id="20" name="Text Placeholder 3"/>
          <p:cNvSpPr>
            <a:spLocks noGrp="1"/>
          </p:cNvSpPr>
          <p:nvPr>
            <p:ph type="body" sz="half" idx="29" hasCustomPrompt="1"/>
          </p:nvPr>
        </p:nvSpPr>
        <p:spPr>
          <a:xfrm>
            <a:off x="4114800" y="3965329"/>
            <a:ext cx="3347247" cy="668010"/>
          </a:xfrm>
        </p:spPr>
        <p:txBody>
          <a:bodyPr tIns="91440" anchor="t" anchorCtr="0">
            <a:noAutofit/>
          </a:bodyPr>
          <a:lstStyle>
            <a:lvl1pPr marL="0" indent="0" algn="r">
              <a:lnSpc>
                <a:spcPct val="100000"/>
              </a:lnSpc>
              <a:spcBef>
                <a:spcPts val="0"/>
              </a:spcBef>
              <a:spcAft>
                <a:spcPts val="200"/>
              </a:spcAft>
              <a:buNone/>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Phone</a:t>
            </a:r>
          </a:p>
        </p:txBody>
      </p:sp>
    </p:spTree>
    <p:extLst>
      <p:ext uri="{BB962C8B-B14F-4D97-AF65-F5344CB8AC3E}">
        <p14:creationId xmlns:p14="http://schemas.microsoft.com/office/powerpoint/2010/main" val="4023047044"/>
      </p:ext>
    </p:extLst>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enter Title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2037081"/>
            <a:ext cx="10515600" cy="2464284"/>
          </a:xfrm>
        </p:spPr>
        <p:txBody>
          <a:bodyPr anchor="ctr"/>
          <a:lstStyle>
            <a:lvl1pPr algn="ctr">
              <a:lnSpc>
                <a:spcPct val="110000"/>
              </a:lnSpc>
              <a:spcBef>
                <a:spcPts val="1000"/>
              </a:spcBef>
              <a:defRPr cap="none" baseline="0">
                <a:solidFill>
                  <a:schemeClr val="tx1"/>
                </a:solidFill>
              </a:defRPr>
            </a:lvl1pPr>
          </a:lstStyle>
          <a:p>
            <a:r>
              <a:rPr lang="en-US"/>
              <a:t>Main HEADING – Size 40pt font</a:t>
            </a:r>
          </a:p>
        </p:txBody>
      </p:sp>
      <p:sp>
        <p:nvSpPr>
          <p:cNvPr id="6"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8"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6489939-E970-4E02-9DDF-1BEC3D440595}"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232886721"/>
      </p:ext>
    </p:extLst>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enter Title 2">
    <p:spTree>
      <p:nvGrpSpPr>
        <p:cNvPr id="1" name=""/>
        <p:cNvGrpSpPr/>
        <p:nvPr/>
      </p:nvGrpSpPr>
      <p:grpSpPr>
        <a:xfrm>
          <a:off x="0" y="0"/>
          <a:ext cx="0" cy="0"/>
          <a:chOff x="0" y="0"/>
          <a:chExt cx="0" cy="0"/>
        </a:xfrm>
      </p:grpSpPr>
      <p:sp>
        <p:nvSpPr>
          <p:cNvPr id="7" name="Text Placeholder 3"/>
          <p:cNvSpPr>
            <a:spLocks noGrp="1"/>
          </p:cNvSpPr>
          <p:nvPr>
            <p:ph type="body" sz="half" idx="2" hasCustomPrompt="1"/>
          </p:nvPr>
        </p:nvSpPr>
        <p:spPr>
          <a:xfrm>
            <a:off x="838200" y="1981200"/>
            <a:ext cx="10515600" cy="2569754"/>
          </a:xfrm>
        </p:spPr>
        <p:txBody>
          <a:bodyPr anchor="ctr">
            <a:normAutofit/>
          </a:bodyPr>
          <a:lstStyle>
            <a:lvl1pPr marL="0" indent="0" algn="ctr">
              <a:spcBef>
                <a:spcPts val="1000"/>
              </a:spcBef>
              <a:spcAft>
                <a:spcPts val="0"/>
              </a:spcAft>
              <a:buNone/>
              <a:defRPr sz="4000" b="0">
                <a:solidFill>
                  <a:srgbClr val="46464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Heading Style 2</a:t>
            </a:r>
            <a:br>
              <a:rPr lang="en-US"/>
            </a:br>
            <a:r>
              <a:rPr lang="en-US"/>
              <a:t>40pt Font</a:t>
            </a:r>
          </a:p>
        </p:txBody>
      </p:sp>
      <p:sp>
        <p:nvSpPr>
          <p:cNvPr id="9"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0"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1"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890BBDC-FED1-489C-8795-F8606AE4636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2047992501"/>
      </p:ext>
    </p:extLst>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31800"/>
            <a:ext cx="10515600" cy="596900"/>
          </a:xfrm>
        </p:spPr>
        <p:txBody>
          <a:bodyPr/>
          <a:lstStyle>
            <a:lvl1pPr>
              <a:spcBef>
                <a:spcPts val="1000"/>
              </a:spcBef>
              <a:defRPr cap="none" baseline="0"/>
            </a:lvl1pPr>
          </a:lstStyle>
          <a:p>
            <a:r>
              <a:rPr lang="en-US"/>
              <a:t>Main HEADING – Size 40pt font</a:t>
            </a:r>
          </a:p>
        </p:txBody>
      </p:sp>
      <p:sp>
        <p:nvSpPr>
          <p:cNvPr id="3" name="Content Placeholder 2"/>
          <p:cNvSpPr>
            <a:spLocks noGrp="1"/>
          </p:cNvSpPr>
          <p:nvPr>
            <p:ph idx="1" hasCustomPrompt="1"/>
          </p:nvPr>
        </p:nvSpPr>
        <p:spPr>
          <a:xfrm>
            <a:off x="838200" y="1714503"/>
            <a:ext cx="10515600" cy="4305298"/>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838200" y="1143001"/>
            <a:ext cx="10509249" cy="457200"/>
          </a:xfrm>
        </p:spPr>
        <p:txBody>
          <a:bodyPr>
            <a:normAutofit/>
          </a:bodyPr>
          <a:lstStyle>
            <a:lvl1pPr marL="0" indent="0" algn="l">
              <a:buNone/>
              <a:defRPr sz="2800" b="1">
                <a:solidFill>
                  <a:srgbClr val="464646"/>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- 28pt Font</a:t>
            </a:r>
          </a:p>
        </p:txBody>
      </p:sp>
    </p:spTree>
    <p:extLst>
      <p:ext uri="{BB962C8B-B14F-4D97-AF65-F5344CB8AC3E}">
        <p14:creationId xmlns:p14="http://schemas.microsoft.com/office/powerpoint/2010/main" val="2474611591"/>
      </p:ext>
    </p:extLst>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プレ研修資料フォーマット">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518" y="213913"/>
            <a:ext cx="11654829" cy="682199"/>
          </a:xfrm>
        </p:spPr>
        <p:txBody>
          <a:bodyPr>
            <a:normAutofit/>
          </a:bodyPr>
          <a:lstStyle>
            <a:lvl1pPr>
              <a:spcBef>
                <a:spcPts val="1000"/>
              </a:spcBef>
              <a:defRPr sz="3200" cap="none" baseline="0">
                <a:solidFill>
                  <a:schemeClr val="tx1"/>
                </a:solidFill>
              </a:defRPr>
            </a:lvl1pPr>
          </a:lstStyle>
          <a:p>
            <a:r>
              <a:rPr lang="en-US"/>
              <a:t>Main HEADING – Size 32pt font</a:t>
            </a:r>
          </a:p>
        </p:txBody>
      </p:sp>
      <p:sp>
        <p:nvSpPr>
          <p:cNvPr id="3" name="Content Placeholder 2"/>
          <p:cNvSpPr>
            <a:spLocks noGrp="1"/>
          </p:cNvSpPr>
          <p:nvPr>
            <p:ph idx="1" hasCustomPrompt="1"/>
          </p:nvPr>
        </p:nvSpPr>
        <p:spPr>
          <a:xfrm>
            <a:off x="71519" y="1256350"/>
            <a:ext cx="11654829" cy="4780105"/>
          </a:xfrm>
        </p:spPr>
        <p:txBody>
          <a:bodyPr>
            <a:normAutofit/>
          </a:bodyPr>
          <a:lstStyle>
            <a:lvl1pPr>
              <a:defRPr sz="2000">
                <a:solidFill>
                  <a:schemeClr val="tx1"/>
                </a:solidFill>
              </a:defRPr>
            </a:lvl1pPr>
            <a:lvl2pPr>
              <a:defRPr>
                <a:solidFill>
                  <a:srgbClr val="464646"/>
                </a:solidFill>
              </a:defRPr>
            </a:lvl2pPr>
            <a:lvl3pPr>
              <a:buSzPct val="75000"/>
              <a:defRPr sz="1600">
                <a:solidFill>
                  <a:schemeClr val="tx1"/>
                </a:solidFill>
              </a:defRPr>
            </a:lvl3pPr>
            <a:lvl4pPr>
              <a:defRPr sz="1400">
                <a:solidFill>
                  <a:schemeClr val="tx1"/>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sz="1400">
                <a:solidFill>
                  <a:schemeClr val="tx1"/>
                </a:solidFill>
              </a:defRPr>
            </a:lvl5pPr>
          </a:lstStyle>
          <a:p>
            <a:pPr lvl="0"/>
            <a:r>
              <a:rPr lang="en-US"/>
              <a:t>Third level – </a:t>
            </a:r>
            <a:r>
              <a:rPr lang="ja-JP" altLang="en-US"/>
              <a:t>メイリオ</a:t>
            </a:r>
            <a:r>
              <a:rPr lang="en-US"/>
              <a:t>(Body) 20pt Font</a:t>
            </a:r>
          </a:p>
          <a:p>
            <a:pPr lvl="2"/>
            <a:r>
              <a:rPr lang="en-US"/>
              <a:t>Fourth level -  </a:t>
            </a:r>
            <a:r>
              <a:rPr lang="ja-JP" altLang="en-US"/>
              <a:t>メイリオ</a:t>
            </a:r>
            <a:r>
              <a:rPr lang="en-US"/>
              <a:t>(Body) 16pt Font</a:t>
            </a:r>
          </a:p>
          <a:p>
            <a:pPr lvl="3"/>
            <a:r>
              <a:rPr lang="en-US"/>
              <a:t>Fifth level – </a:t>
            </a:r>
            <a:r>
              <a:rPr lang="ja-JP" altLang="en-US"/>
              <a:t>メイリオ</a:t>
            </a:r>
            <a:r>
              <a:rPr lang="en-US"/>
              <a:t>(Body) 14pt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14pt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71519" y="713556"/>
            <a:ext cx="11654828" cy="592898"/>
          </a:xfrm>
        </p:spPr>
        <p:txBody>
          <a:bodyPr>
            <a:normAutofit/>
          </a:bodyPr>
          <a:lstStyle>
            <a:lvl1pPr marL="0" indent="0" algn="l">
              <a:buNone/>
              <a:defRPr sz="2400" b="1">
                <a:solidFill>
                  <a:schemeClr val="tx1"/>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- 24pt Font</a:t>
            </a:r>
          </a:p>
        </p:txBody>
      </p:sp>
    </p:spTree>
    <p:extLst>
      <p:ext uri="{BB962C8B-B14F-4D97-AF65-F5344CB8AC3E}">
        <p14:creationId xmlns:p14="http://schemas.microsoft.com/office/powerpoint/2010/main" val="1456266855"/>
      </p:ext>
    </p:extLst>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Content/Pic 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425450"/>
            <a:ext cx="6894512" cy="1054100"/>
          </a:xfrm>
        </p:spPr>
        <p:txBody>
          <a:bodyPr anchor="b" anchorCtr="0">
            <a:noAutofit/>
          </a:bodyPr>
          <a:lstStyle>
            <a:lvl1pPr>
              <a:spcBef>
                <a:spcPts val="1000"/>
              </a:spcBef>
              <a:defRPr sz="4000" cap="none" baseline="0"/>
            </a:lvl1pPr>
          </a:lstStyle>
          <a:p>
            <a:r>
              <a:rPr lang="en-US"/>
              <a:t>Main HEADING</a:t>
            </a:r>
            <a:br>
              <a:rPr lang="en-US"/>
            </a:br>
            <a:r>
              <a:rPr lang="en-US"/>
              <a:t>Size 40pt font</a:t>
            </a:r>
          </a:p>
        </p:txBody>
      </p:sp>
      <p:sp>
        <p:nvSpPr>
          <p:cNvPr id="8" name="Picture Placeholder 7"/>
          <p:cNvSpPr>
            <a:spLocks noGrp="1"/>
          </p:cNvSpPr>
          <p:nvPr>
            <p:ph type="pic" sz="quarter" idx="14"/>
          </p:nvPr>
        </p:nvSpPr>
        <p:spPr>
          <a:xfrm>
            <a:off x="8077200" y="76200"/>
            <a:ext cx="4114800" cy="63246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0" name="Subtitle 2"/>
          <p:cNvSpPr>
            <a:spLocks noGrp="1"/>
          </p:cNvSpPr>
          <p:nvPr>
            <p:ph type="subTitle" idx="1" hasCustomPrompt="1"/>
          </p:nvPr>
        </p:nvSpPr>
        <p:spPr>
          <a:xfrm>
            <a:off x="838200" y="1600200"/>
            <a:ext cx="6896100" cy="393700"/>
          </a:xfrm>
        </p:spPr>
        <p:txBody>
          <a:bodyPr tIns="0">
            <a:normAutofit/>
          </a:bodyPr>
          <a:lstStyle>
            <a:lvl1pPr marL="0" indent="0" algn="l">
              <a:buNone/>
              <a:defRPr sz="2800" b="1">
                <a:solidFill>
                  <a:srgbClr val="464646"/>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9" name="Content Placeholder 2"/>
          <p:cNvSpPr>
            <a:spLocks noGrp="1"/>
          </p:cNvSpPr>
          <p:nvPr>
            <p:ph idx="15" hasCustomPrompt="1"/>
          </p:nvPr>
        </p:nvSpPr>
        <p:spPr>
          <a:xfrm>
            <a:off x="838200" y="2114550"/>
            <a:ext cx="6896100" cy="3905250"/>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br>
              <a:rPr lang="en-US"/>
            </a:b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A211497-B675-49B3-BB8C-7A0E5B68FCC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809802617"/>
      </p:ext>
    </p:extLst>
  </p:cSld>
  <p:clrMapOvr>
    <a:masterClrMapping/>
  </p:clrMapOvr>
  <p:transition spd="slow">
    <p:push/>
  </p:transition>
  <p:extLst>
    <p:ext uri="{DCECCB84-F9BA-43D5-87BE-67443E8EF086}">
      <p15:sldGuideLst xmlns:p15="http://schemas.microsoft.com/office/powerpoint/2012/main">
        <p15:guide id="1" orient="horz" pos="14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Content/Pic L">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0" y="76200"/>
            <a:ext cx="4114800" cy="6324600"/>
          </a:xfrm>
          <a:solidFill>
            <a:schemeClr val="bg1">
              <a:lumMod val="95000"/>
            </a:schemeClr>
          </a:solidFill>
        </p:spPr>
        <p:txBody>
          <a:bodyPr bIns="640080" anchor="b" anchorCtr="0">
            <a:normAutofit/>
          </a:bodyPr>
          <a:lstStyle>
            <a:lvl1pPr marL="0" indent="0" algn="ctr">
              <a:buFontTx/>
              <a:buNone/>
              <a:defRPr sz="2400" b="1" i="1" u="none">
                <a:solidFill>
                  <a:schemeClr val="tx2"/>
                </a:solidFill>
              </a:defRPr>
            </a:lvl1pPr>
          </a:lstStyle>
          <a:p>
            <a:r>
              <a:rPr lang="ja-JP" altLang="en-US"/>
              <a:t>図を追加</a:t>
            </a:r>
            <a:endParaRPr lang="en-US"/>
          </a:p>
        </p:txBody>
      </p:sp>
      <p:sp>
        <p:nvSpPr>
          <p:cNvPr id="9" name="Title 1"/>
          <p:cNvSpPr>
            <a:spLocks noGrp="1"/>
          </p:cNvSpPr>
          <p:nvPr>
            <p:ph type="title" hasCustomPrompt="1"/>
          </p:nvPr>
        </p:nvSpPr>
        <p:spPr>
          <a:xfrm>
            <a:off x="4419600" y="427768"/>
            <a:ext cx="6937078" cy="1054100"/>
          </a:xfrm>
        </p:spPr>
        <p:txBody>
          <a:bodyPr anchor="b" anchorCtr="0">
            <a:normAutofit/>
          </a:bodyPr>
          <a:lstStyle>
            <a:lvl1pPr>
              <a:spcBef>
                <a:spcPts val="1000"/>
              </a:spcBef>
              <a:defRPr sz="4000" cap="none" baseline="0"/>
            </a:lvl1pPr>
          </a:lstStyle>
          <a:p>
            <a:r>
              <a:rPr lang="en-US"/>
              <a:t>Main HEADING</a:t>
            </a:r>
            <a:br>
              <a:rPr lang="en-US"/>
            </a:br>
            <a:r>
              <a:rPr lang="en-US"/>
              <a:t>Size 40pt font</a:t>
            </a:r>
          </a:p>
        </p:txBody>
      </p:sp>
      <p:sp>
        <p:nvSpPr>
          <p:cNvPr id="11" name="Subtitle 2"/>
          <p:cNvSpPr>
            <a:spLocks noGrp="1"/>
          </p:cNvSpPr>
          <p:nvPr>
            <p:ph type="subTitle" idx="1" hasCustomPrompt="1"/>
          </p:nvPr>
        </p:nvSpPr>
        <p:spPr>
          <a:xfrm>
            <a:off x="4430416" y="1604534"/>
            <a:ext cx="6926262" cy="39370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4B0289A-C7CF-4731-BE72-79E1291F93BA}"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6" name="Content Placeholder 2"/>
          <p:cNvSpPr>
            <a:spLocks noGrp="1"/>
          </p:cNvSpPr>
          <p:nvPr>
            <p:ph idx="15" hasCustomPrompt="1"/>
          </p:nvPr>
        </p:nvSpPr>
        <p:spPr>
          <a:xfrm>
            <a:off x="4430416" y="2120900"/>
            <a:ext cx="6926262" cy="3898900"/>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br>
              <a:rPr lang="en-US"/>
            </a:b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Tree>
    <p:extLst>
      <p:ext uri="{BB962C8B-B14F-4D97-AF65-F5344CB8AC3E}">
        <p14:creationId xmlns:p14="http://schemas.microsoft.com/office/powerpoint/2010/main" val="247078420"/>
      </p:ext>
    </p:extLst>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0/50 Title &amp; Content/Pic R ">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6229350" y="76200"/>
            <a:ext cx="5962650" cy="63246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5"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5DEA74A-94AD-4D7D-AEE9-7CD6111CBF2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0" name="Content Placeholder 2"/>
          <p:cNvSpPr>
            <a:spLocks noGrp="1"/>
          </p:cNvSpPr>
          <p:nvPr>
            <p:ph idx="16" hasCustomPrompt="1"/>
          </p:nvPr>
        </p:nvSpPr>
        <p:spPr>
          <a:xfrm>
            <a:off x="838200" y="2156593"/>
            <a:ext cx="5101928" cy="3863208"/>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21" name="Title 1"/>
          <p:cNvSpPr>
            <a:spLocks noGrp="1"/>
          </p:cNvSpPr>
          <p:nvPr>
            <p:ph type="title" hasCustomPrompt="1"/>
          </p:nvPr>
        </p:nvSpPr>
        <p:spPr>
          <a:xfrm>
            <a:off x="838200" y="433070"/>
            <a:ext cx="5101928" cy="1004437"/>
          </a:xfrm>
        </p:spPr>
        <p:txBody>
          <a:bodyPr anchor="b" anchorCtr="0">
            <a:normAutofit/>
          </a:bodyPr>
          <a:lstStyle>
            <a:lvl1pPr>
              <a:spcBef>
                <a:spcPts val="1000"/>
              </a:spcBef>
              <a:defRPr sz="3600" cap="none" baseline="0"/>
            </a:lvl1pPr>
          </a:lstStyle>
          <a:p>
            <a:r>
              <a:rPr lang="en-US"/>
              <a:t>Main HEADING</a:t>
            </a:r>
            <a:br>
              <a:rPr lang="en-US"/>
            </a:br>
            <a:r>
              <a:rPr lang="en-US"/>
              <a:t>Size 40pt font</a:t>
            </a:r>
          </a:p>
        </p:txBody>
      </p:sp>
      <p:sp>
        <p:nvSpPr>
          <p:cNvPr id="22" name="Subtitle 2"/>
          <p:cNvSpPr>
            <a:spLocks noGrp="1"/>
          </p:cNvSpPr>
          <p:nvPr>
            <p:ph type="subTitle" idx="1" hasCustomPrompt="1"/>
          </p:nvPr>
        </p:nvSpPr>
        <p:spPr>
          <a:xfrm>
            <a:off x="838200" y="1600200"/>
            <a:ext cx="5101928" cy="393700"/>
          </a:xfrm>
        </p:spPr>
        <p:txBody>
          <a:bodyPr tIns="0">
            <a:noAutofit/>
          </a:bodyPr>
          <a:lstStyle>
            <a:lvl1pPr marL="0" indent="0" algn="l">
              <a:buNone/>
              <a:defRPr sz="2800" b="1" baseline="0">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Tree>
    <p:extLst>
      <p:ext uri="{BB962C8B-B14F-4D97-AF65-F5344CB8AC3E}">
        <p14:creationId xmlns:p14="http://schemas.microsoft.com/office/powerpoint/2010/main" val="2857929251"/>
      </p:ext>
    </p:extLst>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50/50 Title &amp; Content/Pic L">
    <p:spTree>
      <p:nvGrpSpPr>
        <p:cNvPr id="1" name=""/>
        <p:cNvGrpSpPr/>
        <p:nvPr/>
      </p:nvGrpSpPr>
      <p:grpSpPr>
        <a:xfrm>
          <a:off x="0" y="0"/>
          <a:ext cx="0" cy="0"/>
          <a:chOff x="0" y="0"/>
          <a:chExt cx="0" cy="0"/>
        </a:xfrm>
      </p:grpSpPr>
      <p:sp>
        <p:nvSpPr>
          <p:cNvPr id="16" name="Content Placeholder 2"/>
          <p:cNvSpPr>
            <a:spLocks noGrp="1"/>
          </p:cNvSpPr>
          <p:nvPr>
            <p:ph idx="15" hasCustomPrompt="1"/>
          </p:nvPr>
        </p:nvSpPr>
        <p:spPr>
          <a:xfrm>
            <a:off x="6254750" y="2156592"/>
            <a:ext cx="5101928" cy="3873835"/>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2" name="Title 1"/>
          <p:cNvSpPr>
            <a:spLocks noGrp="1"/>
          </p:cNvSpPr>
          <p:nvPr>
            <p:ph type="title" hasCustomPrompt="1"/>
          </p:nvPr>
        </p:nvSpPr>
        <p:spPr>
          <a:xfrm>
            <a:off x="6254750" y="433070"/>
            <a:ext cx="5101928" cy="1004437"/>
          </a:xfrm>
        </p:spPr>
        <p:txBody>
          <a:bodyPr anchor="b" anchorCtr="0">
            <a:normAutofit/>
          </a:bodyPr>
          <a:lstStyle>
            <a:lvl1pPr>
              <a:spcBef>
                <a:spcPts val="1000"/>
              </a:spcBef>
              <a:defRPr sz="3600" cap="none" baseline="0"/>
            </a:lvl1pPr>
          </a:lstStyle>
          <a:p>
            <a:r>
              <a:rPr lang="en-US"/>
              <a:t>Main HEADING</a:t>
            </a:r>
            <a:br>
              <a:rPr lang="en-US"/>
            </a:br>
            <a:r>
              <a:rPr lang="en-US"/>
              <a:t>Size 40pt font</a:t>
            </a:r>
          </a:p>
        </p:txBody>
      </p:sp>
      <p:sp>
        <p:nvSpPr>
          <p:cNvPr id="8" name="Picture Placeholder 7"/>
          <p:cNvSpPr>
            <a:spLocks noGrp="1"/>
          </p:cNvSpPr>
          <p:nvPr>
            <p:ph type="pic" sz="quarter" idx="14"/>
          </p:nvPr>
        </p:nvSpPr>
        <p:spPr>
          <a:xfrm>
            <a:off x="0" y="76200"/>
            <a:ext cx="5962650" cy="63246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1" name="Subtitle 2"/>
          <p:cNvSpPr>
            <a:spLocks noGrp="1"/>
          </p:cNvSpPr>
          <p:nvPr>
            <p:ph type="subTitle" idx="1" hasCustomPrompt="1"/>
          </p:nvPr>
        </p:nvSpPr>
        <p:spPr>
          <a:xfrm>
            <a:off x="6254750" y="1600200"/>
            <a:ext cx="5101928" cy="393700"/>
          </a:xfrm>
        </p:spPr>
        <p:txBody>
          <a:bodyPr tIns="0">
            <a:noAutofit/>
          </a:bodyPr>
          <a:lstStyle>
            <a:lvl1pPr marL="0" indent="0" algn="l">
              <a:buNone/>
              <a:defRPr sz="2800" b="1" baseline="0">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5B95ED-9069-46F6-BE95-60A47A071C1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1052567101"/>
      </p:ext>
    </p:extLst>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Content/Small Pic R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419101"/>
            <a:ext cx="10514012" cy="609600"/>
          </a:xfrm>
        </p:spPr>
        <p:txBody>
          <a:bodyPr anchor="t" anchorCtr="0">
            <a:noAutofit/>
          </a:bodyPr>
          <a:lstStyle>
            <a:lvl1pPr>
              <a:spcBef>
                <a:spcPts val="1000"/>
              </a:spcBef>
              <a:defRPr sz="4000" cap="none" baseline="0"/>
            </a:lvl1pPr>
          </a:lstStyle>
          <a:p>
            <a:r>
              <a:rPr lang="en-US"/>
              <a:t>Main HEADING Size 40pt font</a:t>
            </a:r>
          </a:p>
        </p:txBody>
      </p:sp>
      <p:sp>
        <p:nvSpPr>
          <p:cNvPr id="10" name="Subtitle 2"/>
          <p:cNvSpPr>
            <a:spLocks noGrp="1"/>
          </p:cNvSpPr>
          <p:nvPr>
            <p:ph type="subTitle" idx="1" hasCustomPrompt="1"/>
          </p:nvPr>
        </p:nvSpPr>
        <p:spPr>
          <a:xfrm>
            <a:off x="838200" y="1156460"/>
            <a:ext cx="10515600" cy="44374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9" name="Content Placeholder 2"/>
          <p:cNvSpPr>
            <a:spLocks noGrp="1"/>
          </p:cNvSpPr>
          <p:nvPr>
            <p:ph idx="15" hasCustomPrompt="1"/>
          </p:nvPr>
        </p:nvSpPr>
        <p:spPr>
          <a:xfrm>
            <a:off x="838200" y="1727959"/>
            <a:ext cx="6896100" cy="4291841"/>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br>
              <a:rPr lang="en-US"/>
            </a:b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4" name="Content Placeholder 3"/>
          <p:cNvSpPr>
            <a:spLocks noGrp="1"/>
          </p:cNvSpPr>
          <p:nvPr>
            <p:ph sz="quarter" idx="16" hasCustomPrompt="1"/>
          </p:nvPr>
        </p:nvSpPr>
        <p:spPr>
          <a:xfrm>
            <a:off x="8077200" y="1727959"/>
            <a:ext cx="3276600" cy="4291842"/>
          </a:xfrm>
          <a:solidFill>
            <a:schemeClr val="bg1">
              <a:lumMod val="95000"/>
            </a:schemeClr>
          </a:solidFill>
        </p:spPr>
        <p:txBody>
          <a:bodyPr tIns="548640"/>
          <a:lstStyle>
            <a:lvl1pPr marL="0" indent="0" algn="ctr">
              <a:buNone/>
              <a:defRPr baseline="0"/>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Click icon to </a:t>
            </a:r>
            <a:br>
              <a:rPr lang="en-US"/>
            </a:br>
            <a:r>
              <a:rPr lang="en-US"/>
              <a:t>add photo</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51207CA-2F4C-4300-959F-33BFE37EDEA2}"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4213722892"/>
      </p:ext>
    </p:extLst>
  </p:cSld>
  <p:clrMapOvr>
    <a:masterClrMapping/>
  </p:clrMapOvr>
  <p:transition spd="slow">
    <p:push/>
  </p:transition>
  <p:extLst>
    <p:ext uri="{DCECCB84-F9BA-43D5-87BE-67443E8EF086}">
      <p15:sldGuideLst xmlns:p15="http://schemas.microsoft.com/office/powerpoint/2012/main">
        <p15:guide id="1" orient="horz" pos="14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Text_A">
    <p:spTree>
      <p:nvGrpSpPr>
        <p:cNvPr id="1" name=""/>
        <p:cNvGrpSpPr/>
        <p:nvPr/>
      </p:nvGrpSpPr>
      <p:grpSpPr>
        <a:xfrm>
          <a:off x="0" y="0"/>
          <a:ext cx="0" cy="0"/>
          <a:chOff x="0" y="0"/>
          <a:chExt cx="0" cy="0"/>
        </a:xfrm>
      </p:grpSpPr>
      <p:sp>
        <p:nvSpPr>
          <p:cNvPr id="10" name="Content Placeholder 3"/>
          <p:cNvSpPr>
            <a:spLocks noGrp="1"/>
          </p:cNvSpPr>
          <p:nvPr>
            <p:ph sz="quarter" idx="16" hasCustomPrompt="1"/>
          </p:nvPr>
        </p:nvSpPr>
        <p:spPr>
          <a:xfrm>
            <a:off x="6229350" y="1727959"/>
            <a:ext cx="5124450" cy="4291842"/>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A28B07F-D7AE-4819-AF70-AA4381406B35}"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8" name="Title 1"/>
          <p:cNvSpPr>
            <a:spLocks noGrp="1"/>
          </p:cNvSpPr>
          <p:nvPr>
            <p:ph type="title" hasCustomPrompt="1"/>
          </p:nvPr>
        </p:nvSpPr>
        <p:spPr>
          <a:xfrm>
            <a:off x="839788" y="419101"/>
            <a:ext cx="10514012" cy="609600"/>
          </a:xfrm>
        </p:spPr>
        <p:txBody>
          <a:bodyPr anchor="t" anchorCtr="0">
            <a:noAutofit/>
          </a:bodyPr>
          <a:lstStyle>
            <a:lvl1pPr>
              <a:spcBef>
                <a:spcPts val="1000"/>
              </a:spcBef>
              <a:defRPr sz="4000" cap="none" baseline="0"/>
            </a:lvl1pPr>
          </a:lstStyle>
          <a:p>
            <a:r>
              <a:rPr lang="en-US"/>
              <a:t>Main HEADING Size 40pt font</a:t>
            </a:r>
          </a:p>
        </p:txBody>
      </p:sp>
      <p:sp>
        <p:nvSpPr>
          <p:cNvPr id="19" name="Subtitle 2"/>
          <p:cNvSpPr>
            <a:spLocks noGrp="1"/>
          </p:cNvSpPr>
          <p:nvPr>
            <p:ph type="subTitle" idx="1" hasCustomPrompt="1"/>
          </p:nvPr>
        </p:nvSpPr>
        <p:spPr>
          <a:xfrm>
            <a:off x="838200" y="1156460"/>
            <a:ext cx="10515600" cy="44374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20" name="Content Placeholder 3"/>
          <p:cNvSpPr>
            <a:spLocks noGrp="1"/>
          </p:cNvSpPr>
          <p:nvPr>
            <p:ph sz="quarter" idx="17" hasCustomPrompt="1"/>
          </p:nvPr>
        </p:nvSpPr>
        <p:spPr>
          <a:xfrm>
            <a:off x="838200" y="1727959"/>
            <a:ext cx="5124450" cy="4291842"/>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Tree>
    <p:extLst>
      <p:ext uri="{BB962C8B-B14F-4D97-AF65-F5344CB8AC3E}">
        <p14:creationId xmlns:p14="http://schemas.microsoft.com/office/powerpoint/2010/main" val="2804963130"/>
      </p:ext>
    </p:extLst>
  </p:cSld>
  <p:clrMapOvr>
    <a:masterClrMapping/>
  </p:clrMapOvr>
  <p:transition spd="slow">
    <p:push/>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Text_B">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839788" y="1707781"/>
            <a:ext cx="5103813" cy="4312020"/>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5" name="Text Placeholder 4"/>
          <p:cNvSpPr>
            <a:spLocks noGrp="1"/>
          </p:cNvSpPr>
          <p:nvPr>
            <p:ph type="body" sz="quarter" idx="3" hasCustomPrompt="1"/>
          </p:nvPr>
        </p:nvSpPr>
        <p:spPr>
          <a:xfrm>
            <a:off x="6267450" y="1143000"/>
            <a:ext cx="5087938" cy="457200"/>
          </a:xfrm>
        </p:spPr>
        <p:txBody>
          <a:bodyPr anchor="t" anchorCtr="0">
            <a:normAutofit/>
          </a:bodyPr>
          <a:lstStyle>
            <a:lvl1pPr marL="0" indent="0">
              <a:buNone/>
              <a:defRPr sz="2400" b="1">
                <a:solidFill>
                  <a:srgbClr val="46464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Second Heading - 28pt Font</a:t>
            </a:r>
          </a:p>
        </p:txBody>
      </p:sp>
      <p:sp>
        <p:nvSpPr>
          <p:cNvPr id="6" name="Content Placeholder 5"/>
          <p:cNvSpPr>
            <a:spLocks noGrp="1"/>
          </p:cNvSpPr>
          <p:nvPr>
            <p:ph sz="quarter" idx="4" hasCustomPrompt="1"/>
          </p:nvPr>
        </p:nvSpPr>
        <p:spPr>
          <a:xfrm>
            <a:off x="6267450" y="1707781"/>
            <a:ext cx="5087938" cy="4312020"/>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10" name="Title 1"/>
          <p:cNvSpPr>
            <a:spLocks noGrp="1"/>
          </p:cNvSpPr>
          <p:nvPr>
            <p:ph type="title" hasCustomPrompt="1"/>
          </p:nvPr>
        </p:nvSpPr>
        <p:spPr>
          <a:xfrm>
            <a:off x="839788" y="425820"/>
            <a:ext cx="10516890" cy="609600"/>
          </a:xfrm>
        </p:spPr>
        <p:txBody>
          <a:bodyPr anchor="t" anchorCtr="0">
            <a:normAutofit/>
          </a:bodyPr>
          <a:lstStyle>
            <a:lvl1pPr>
              <a:spcBef>
                <a:spcPts val="1000"/>
              </a:spcBef>
              <a:defRPr sz="4000" cap="none" baseline="0"/>
            </a:lvl1pPr>
          </a:lstStyle>
          <a:p>
            <a:r>
              <a:rPr lang="en-US"/>
              <a:t>Main HEADING Size 40pt font</a:t>
            </a:r>
          </a:p>
        </p:txBody>
      </p:sp>
      <p:sp>
        <p:nvSpPr>
          <p:cNvPr id="11" name="Subtitle 2"/>
          <p:cNvSpPr>
            <a:spLocks noGrp="1"/>
          </p:cNvSpPr>
          <p:nvPr>
            <p:ph type="subTitle" idx="1" hasCustomPrompt="1"/>
          </p:nvPr>
        </p:nvSpPr>
        <p:spPr>
          <a:xfrm>
            <a:off x="838200" y="1143000"/>
            <a:ext cx="5105401" cy="457200"/>
          </a:xfrm>
        </p:spPr>
        <p:txBody>
          <a:bodyPr tIns="0">
            <a:normAutofit/>
          </a:bodyPr>
          <a:lstStyle>
            <a:lvl1pPr marL="0" indent="0" algn="l">
              <a:buNone/>
              <a:defRPr sz="24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3"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5"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A38A4F3-563C-47A9-B14B-EB51FED3560D}"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3966614857"/>
      </p:ext>
    </p:extLst>
  </p:cSld>
  <p:clrMapOvr>
    <a:masterClrMapping/>
  </p:clrMapOvr>
  <p:transition spd="slow">
    <p:push/>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olumns Text">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839788" y="425820"/>
            <a:ext cx="10516890" cy="602880"/>
          </a:xfrm>
        </p:spPr>
        <p:txBody>
          <a:bodyPr anchor="t" anchorCtr="0">
            <a:normAutofit/>
          </a:bodyPr>
          <a:lstStyle>
            <a:lvl1pPr>
              <a:spcBef>
                <a:spcPts val="1000"/>
              </a:spcBef>
              <a:defRPr sz="4000" cap="none" baseline="0"/>
            </a:lvl1pPr>
          </a:lstStyle>
          <a:p>
            <a:r>
              <a:rPr lang="en-US"/>
              <a:t>Main HEADING Size 40pt font</a:t>
            </a:r>
          </a:p>
        </p:txBody>
      </p:sp>
      <p:sp>
        <p:nvSpPr>
          <p:cNvPr id="11" name="Subtitle 2"/>
          <p:cNvSpPr>
            <a:spLocks noGrp="1"/>
          </p:cNvSpPr>
          <p:nvPr>
            <p:ph type="subTitle" idx="1" hasCustomPrompt="1"/>
          </p:nvPr>
        </p:nvSpPr>
        <p:spPr>
          <a:xfrm>
            <a:off x="838200" y="1143000"/>
            <a:ext cx="10518478" cy="45720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3"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5"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86C6056-4D33-4223-B8C7-F2CFB7492950}"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7" name="Content Placeholder 3"/>
          <p:cNvSpPr>
            <a:spLocks noGrp="1"/>
          </p:cNvSpPr>
          <p:nvPr>
            <p:ph sz="quarter" idx="17" hasCustomPrompt="1"/>
          </p:nvPr>
        </p:nvSpPr>
        <p:spPr>
          <a:xfrm>
            <a:off x="838200" y="1727959"/>
            <a:ext cx="3273552" cy="4291842"/>
          </a:xfrm>
        </p:spPr>
        <p:txBody>
          <a:bodyPr/>
          <a:lstStyle>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a:t>
            </a:r>
          </a:p>
          <a:p>
            <a:pPr lvl="2"/>
            <a:r>
              <a:rPr lang="en-US"/>
              <a:t>Fourth level</a:t>
            </a:r>
          </a:p>
          <a:p>
            <a:pPr lvl="3"/>
            <a:r>
              <a:rPr lang="en-US"/>
              <a:t>Fifth level</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a:t>
            </a:r>
          </a:p>
        </p:txBody>
      </p:sp>
      <p:sp>
        <p:nvSpPr>
          <p:cNvPr id="18" name="Content Placeholder 3"/>
          <p:cNvSpPr>
            <a:spLocks noGrp="1"/>
          </p:cNvSpPr>
          <p:nvPr>
            <p:ph sz="quarter" idx="18" hasCustomPrompt="1"/>
          </p:nvPr>
        </p:nvSpPr>
        <p:spPr>
          <a:xfrm>
            <a:off x="4459224" y="1727959"/>
            <a:ext cx="3273552" cy="4291842"/>
          </a:xfrm>
        </p:spPr>
        <p:txBody>
          <a:bodyPr/>
          <a:lstStyle>
            <a:lvl3pPr>
              <a:buSzPct val="75000"/>
              <a:defRPr/>
            </a:lvl3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a:t>
            </a:r>
          </a:p>
          <a:p>
            <a:pPr lvl="2"/>
            <a:r>
              <a:rPr lang="en-US"/>
              <a:t>Fourth level</a:t>
            </a:r>
          </a:p>
          <a:p>
            <a:pPr lvl="3"/>
            <a:r>
              <a:rPr lang="en-US"/>
              <a:t>Fifth level</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a:t>
            </a:r>
          </a:p>
        </p:txBody>
      </p:sp>
      <p:sp>
        <p:nvSpPr>
          <p:cNvPr id="19" name="Content Placeholder 3"/>
          <p:cNvSpPr>
            <a:spLocks noGrp="1"/>
          </p:cNvSpPr>
          <p:nvPr>
            <p:ph sz="quarter" idx="19" hasCustomPrompt="1"/>
          </p:nvPr>
        </p:nvSpPr>
        <p:spPr>
          <a:xfrm>
            <a:off x="8080248" y="1731167"/>
            <a:ext cx="3273552" cy="4291842"/>
          </a:xfrm>
        </p:spPr>
        <p:txBody>
          <a:bodyPr/>
          <a:lstStyle>
            <a:lvl3pPr>
              <a:buSzPct val="75000"/>
              <a:defRPr/>
            </a:lvl3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a:t>
            </a:r>
          </a:p>
          <a:p>
            <a:pPr lvl="2"/>
            <a:r>
              <a:rPr lang="en-US"/>
              <a:t>Fourth level</a:t>
            </a:r>
          </a:p>
          <a:p>
            <a:pPr lvl="3"/>
            <a:r>
              <a:rPr lang="en-US"/>
              <a:t>Fifth level</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a:t>
            </a:r>
          </a:p>
        </p:txBody>
      </p:sp>
    </p:spTree>
    <p:extLst>
      <p:ext uri="{BB962C8B-B14F-4D97-AF65-F5344CB8AC3E}">
        <p14:creationId xmlns:p14="http://schemas.microsoft.com/office/powerpoint/2010/main" val="1634502264"/>
      </p:ext>
    </p:extLst>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w/ Media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839788" y="425820"/>
            <a:ext cx="10516890" cy="602880"/>
          </a:xfrm>
        </p:spPr>
        <p:txBody>
          <a:bodyPr anchor="t" anchorCtr="0">
            <a:normAutofit/>
          </a:bodyPr>
          <a:lstStyle>
            <a:lvl1pPr>
              <a:spcBef>
                <a:spcPts val="1000"/>
              </a:spcBef>
              <a:defRPr sz="4000" cap="none" baseline="0"/>
            </a:lvl1pPr>
          </a:lstStyle>
          <a:p>
            <a:r>
              <a:rPr lang="en-US"/>
              <a:t>Main HEADING Size 40pt font</a:t>
            </a:r>
          </a:p>
        </p:txBody>
      </p:sp>
      <p:sp>
        <p:nvSpPr>
          <p:cNvPr id="9" name="Subtitle 2"/>
          <p:cNvSpPr>
            <a:spLocks noGrp="1"/>
          </p:cNvSpPr>
          <p:nvPr>
            <p:ph type="subTitle" idx="1" hasCustomPrompt="1"/>
          </p:nvPr>
        </p:nvSpPr>
        <p:spPr>
          <a:xfrm>
            <a:off x="838200" y="1143000"/>
            <a:ext cx="10518478" cy="45720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1"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2"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3"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27236FF-35DB-4ABB-8669-48D06388DB64}"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Media Placeholder 9"/>
          <p:cNvSpPr>
            <a:spLocks noGrp="1"/>
          </p:cNvSpPr>
          <p:nvPr>
            <p:ph type="media" sz="quarter" idx="13"/>
          </p:nvPr>
        </p:nvSpPr>
        <p:spPr>
          <a:xfrm>
            <a:off x="1909916" y="4688079"/>
            <a:ext cx="1975104" cy="1331722"/>
          </a:xfrm>
        </p:spPr>
        <p:txBody>
          <a:bodyPr>
            <a:normAutofit/>
          </a:bodyPr>
          <a:lstStyle>
            <a:lvl1pPr marL="0" indent="0" algn="ctr">
              <a:buFontTx/>
              <a:buNone/>
              <a:defRPr sz="1800">
                <a:solidFill>
                  <a:schemeClr val="tx2"/>
                </a:solidFill>
              </a:defRPr>
            </a:lvl1pPr>
          </a:lstStyle>
          <a:p>
            <a:r>
              <a:rPr lang="ja-JP" altLang="en-US"/>
              <a:t>メディアを追加</a:t>
            </a:r>
            <a:endParaRPr lang="en-US"/>
          </a:p>
        </p:txBody>
      </p:sp>
      <p:sp>
        <p:nvSpPr>
          <p:cNvPr id="16" name="Media Placeholder 12"/>
          <p:cNvSpPr>
            <a:spLocks noGrp="1"/>
          </p:cNvSpPr>
          <p:nvPr>
            <p:ph type="media" sz="quarter" idx="18"/>
          </p:nvPr>
        </p:nvSpPr>
        <p:spPr>
          <a:xfrm>
            <a:off x="4043363" y="4687888"/>
            <a:ext cx="1974850" cy="1331912"/>
          </a:xfrm>
        </p:spPr>
        <p:txBody>
          <a:bodyPr>
            <a:normAutofit/>
          </a:bodyPr>
          <a:lstStyle>
            <a:lvl1pPr marL="0" indent="0" algn="ctr">
              <a:buNone/>
              <a:defRPr sz="1800">
                <a:solidFill>
                  <a:schemeClr val="tx2"/>
                </a:solidFill>
              </a:defRPr>
            </a:lvl1pPr>
          </a:lstStyle>
          <a:p>
            <a:r>
              <a:rPr lang="ja-JP" altLang="en-US"/>
              <a:t>メディアを追加</a:t>
            </a:r>
            <a:endParaRPr lang="en-US"/>
          </a:p>
        </p:txBody>
      </p:sp>
      <p:sp>
        <p:nvSpPr>
          <p:cNvPr id="17" name="Media Placeholder 14"/>
          <p:cNvSpPr>
            <a:spLocks noGrp="1"/>
          </p:cNvSpPr>
          <p:nvPr>
            <p:ph type="media" sz="quarter" idx="19"/>
          </p:nvPr>
        </p:nvSpPr>
        <p:spPr>
          <a:xfrm>
            <a:off x="6176963" y="4687888"/>
            <a:ext cx="1974850" cy="1331912"/>
          </a:xfrm>
        </p:spPr>
        <p:txBody>
          <a:bodyPr>
            <a:normAutofit/>
          </a:bodyPr>
          <a:lstStyle>
            <a:lvl1pPr marL="0" indent="0" algn="ctr">
              <a:buNone/>
              <a:defRPr sz="1800">
                <a:solidFill>
                  <a:schemeClr val="tx2"/>
                </a:solidFill>
              </a:defRPr>
            </a:lvl1pPr>
          </a:lstStyle>
          <a:p>
            <a:r>
              <a:rPr lang="ja-JP" altLang="en-US"/>
              <a:t>メディアを追加</a:t>
            </a:r>
            <a:endParaRPr lang="en-US"/>
          </a:p>
        </p:txBody>
      </p:sp>
      <p:sp>
        <p:nvSpPr>
          <p:cNvPr id="18" name="Media Placeholder 16"/>
          <p:cNvSpPr>
            <a:spLocks noGrp="1"/>
          </p:cNvSpPr>
          <p:nvPr>
            <p:ph type="media" sz="quarter" idx="20"/>
          </p:nvPr>
        </p:nvSpPr>
        <p:spPr>
          <a:xfrm>
            <a:off x="8310563" y="4687888"/>
            <a:ext cx="1974850" cy="1331912"/>
          </a:xfrm>
        </p:spPr>
        <p:txBody>
          <a:bodyPr>
            <a:normAutofit/>
          </a:bodyPr>
          <a:lstStyle>
            <a:lvl1pPr marL="0" indent="0" algn="ctr">
              <a:buNone/>
              <a:defRPr sz="1800">
                <a:solidFill>
                  <a:schemeClr val="tx2"/>
                </a:solidFill>
              </a:defRPr>
            </a:lvl1pPr>
          </a:lstStyle>
          <a:p>
            <a:r>
              <a:rPr lang="ja-JP" altLang="en-US"/>
              <a:t>メディアを追加</a:t>
            </a:r>
            <a:endParaRPr lang="en-US"/>
          </a:p>
        </p:txBody>
      </p:sp>
    </p:spTree>
    <p:extLst>
      <p:ext uri="{BB962C8B-B14F-4D97-AF65-F5344CB8AC3E}">
        <p14:creationId xmlns:p14="http://schemas.microsoft.com/office/powerpoint/2010/main" val="1001202261"/>
      </p:ext>
    </p:extLst>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 Cus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31800"/>
            <a:ext cx="10515600" cy="596900"/>
          </a:xfrm>
        </p:spPr>
        <p:txBody>
          <a:bodyPr/>
          <a:lstStyle>
            <a:lvl1pPr>
              <a:spcBef>
                <a:spcPts val="1000"/>
              </a:spcBef>
              <a:defRPr cap="none" baseline="0"/>
            </a:lvl1pPr>
          </a:lstStyle>
          <a:p>
            <a:r>
              <a:rPr lang="en-US"/>
              <a:t>Main HEADING – Size 40pt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838200" y="1143001"/>
            <a:ext cx="10509249" cy="457200"/>
          </a:xfrm>
        </p:spPr>
        <p:txBody>
          <a:bodyPr>
            <a:normAutofit/>
          </a:bodyPr>
          <a:lstStyle>
            <a:lvl1pPr marL="0" indent="0" algn="l">
              <a:buNone/>
              <a:defRPr sz="2800" b="1">
                <a:solidFill>
                  <a:srgbClr val="46464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- 28pt Font</a:t>
            </a:r>
          </a:p>
        </p:txBody>
      </p:sp>
    </p:spTree>
    <p:extLst>
      <p:ext uri="{BB962C8B-B14F-4D97-AF65-F5344CB8AC3E}">
        <p14:creationId xmlns:p14="http://schemas.microsoft.com/office/powerpoint/2010/main" val="2192960302"/>
      </p:ext>
    </p:extLst>
  </p:cSld>
  <p:clrMapOvr>
    <a:masterClrMapping/>
  </p:clrMapOvr>
  <p:transition spd="slow">
    <p:push/>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8"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76EBF3E-D9B2-4F74-B395-E8015BA65EC0}"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3615691934"/>
      </p:ext>
    </p:extLst>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pyright Confidentiality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4" name="TextBox 3"/>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CONFIDENTIALITY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2" name="TextBox 11"/>
          <p:cNvSpPr txBox="1"/>
          <p:nvPr/>
        </p:nvSpPr>
        <p:spPr>
          <a:xfrm>
            <a:off x="838200" y="1889760"/>
            <a:ext cx="10500360"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This presentation is the property of Rigaku Corporation and its subsidiaries (the “Company”) and is strictly confidential. It contains information intended only for the person(s) to whom it is transmitted. With receipt of this information, recipient(s) acknowledges and agrees that: (1) this document is not intended to be distributed, and if distributed inadvertently, will be returned to the Company as soon as possible; (2) the recipient will not copy, fax, reproduce, divulge, or distribute this confidential information, in whole or in part, without the express written consent of the Company; (3) all of the information herein will be treated as confidential material with no less care than that afforded to its own confidential material.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64646"/>
              </a:solidFill>
              <a:effectLst/>
              <a:uLnTx/>
              <a:uFillTx/>
              <a:latin typeface="Segoe UI Semilight"/>
              <a:ea typeface="メイリオ"/>
              <a:cs typeface="+mn-cs"/>
            </a:endParaRPr>
          </a:p>
        </p:txBody>
      </p:sp>
      <p:sp>
        <p:nvSpPr>
          <p:cNvPr id="7" name="TextBox 6"/>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CONFIDENTIALITY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1" name="TextBox 6"/>
          <p:cNvSpPr txBox="1"/>
          <p:nvPr userDrawn="1"/>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CONFIDENTIALITY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Tree>
    <p:extLst>
      <p:ext uri="{BB962C8B-B14F-4D97-AF65-F5344CB8AC3E}">
        <p14:creationId xmlns:p14="http://schemas.microsoft.com/office/powerpoint/2010/main" val="3722250260"/>
      </p:ext>
    </p:extLst>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pyright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4" name="TextBox 3"/>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2" name="TextBox 11"/>
          <p:cNvSpPr txBox="1"/>
          <p:nvPr/>
        </p:nvSpPr>
        <p:spPr>
          <a:xfrm>
            <a:off x="838200" y="1889760"/>
            <a:ext cx="1050036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 2020 Rigaku Corporation and its Global Subsidiaries. All Rights Reserved.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The textual, photographic, video, audio, and combined audiovisual materials and documents resulting from the promotional or educational activities of Rigaku Corporation and its Global Subsidiaries, including the material contained on the various Corporate Web sites, are protected under U.S., Japanese and international laws as copyrighted works. Anyone who displays, reproduces, copies, creates derivative works, or sells our textual, photographic, multimedia, PowerPoint, video or audiovisual programs for commercial or non-commercial purposes without our permission violates the copyright laws and is liable for copyright infringement.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Likewise, Rigaku Corporation (and its Global Subsidiaries) trademarks and service marks are protected by state, federal, and international trademark laws. Any person who uses our marks for commercial or non-commercial purposes without our permission on goods or services in such a way that it dilutes the distinctive quality of our marks or that creates the likelihood of confusion with our marks is liable for trademark infringement.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Liability for copyright or trademark infringement involves the potential for significant civil damages, including, in particular cases, statutory damages, liability for up to three times actual damages, and attorney’s fees.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If you have any questions regarding this notice, please send an e-mail to info@rigaku.com.</a:t>
            </a:r>
            <a:endParaRPr kumimoji="0" lang="en-US" altLang="en-US" sz="1600" b="0" i="0" u="none" strike="noStrike" kern="1200" cap="none" spc="0" normalizeH="0" baseline="0" noProof="0">
              <a:ln>
                <a:noFill/>
              </a:ln>
              <a:solidFill>
                <a:srgbClr val="464646"/>
              </a:solidFill>
              <a:effectLst/>
              <a:uLnTx/>
              <a:uFillTx/>
              <a:latin typeface="Segoe UI Semilight"/>
              <a:ea typeface="メイリオ"/>
              <a:cs typeface="+mn-cs"/>
            </a:endParaRPr>
          </a:p>
        </p:txBody>
      </p:sp>
      <p:sp>
        <p:nvSpPr>
          <p:cNvPr id="7" name="TextBox 6"/>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1" name="TextBox 6"/>
          <p:cNvSpPr txBox="1"/>
          <p:nvPr userDrawn="1"/>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Tree>
    <p:extLst>
      <p:ext uri="{BB962C8B-B14F-4D97-AF65-F5344CB8AC3E}">
        <p14:creationId xmlns:p14="http://schemas.microsoft.com/office/powerpoint/2010/main" val="3655540861"/>
      </p:ext>
    </p:extLst>
  </p:cSld>
  <p:clrMapOvr>
    <a:masterClrMapping/>
  </p:clrMapOvr>
  <p:transition spd="slow">
    <p:push/>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8357E68-063E-4963-A53C-37713E0CB8C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2880375904"/>
      </p:ext>
    </p:extLst>
  </p:cSld>
  <p:clrMapOvr>
    <a:masterClrMapping/>
  </p:clrMapOvr>
  <p:transition spd="slow">
    <p:push/>
  </p:transition>
  <p:extLst>
    <p:ext uri="{DCECCB84-F9BA-43D5-87BE-67443E8EF086}">
      <p15:sldGuideLst xmlns:p15="http://schemas.microsoft.com/office/powerpoint/2012/main">
        <p15:guide id="13" orient="horz" pos="2160">
          <p15:clr>
            <a:srgbClr val="FBAE40"/>
          </p15:clr>
        </p15:guide>
        <p15:guide id="14" orient="horz" pos="3000">
          <p15:clr>
            <a:srgbClr val="FBAE40"/>
          </p15:clr>
        </p15:guide>
        <p15:guide id="15" orient="horz" pos="1968">
          <p15:clr>
            <a:srgbClr val="FBAE40"/>
          </p15:clr>
        </p15:guide>
        <p15:guide id="16" orient="horz"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endParaRPr kumimoji="0" lang="en-US" sz="600" b="0" i="0" u="none" strike="noStrike" kern="1200" cap="all" spc="0" normalizeH="0" baseline="0" noProof="0">
              <a:ln>
                <a:noFill/>
              </a:ln>
              <a:solidFill>
                <a:srgbClr val="FFFFFF"/>
              </a:solidFill>
              <a:effectLst/>
              <a:uLnTx/>
              <a:uFillTx/>
              <a:latin typeface="Segoe UI Semilight"/>
              <a:ea typeface="メイリオ"/>
              <a:cs typeface="Segoe UI Semilight" panose="020B0402040204020203" pitchFamily="34" charset="0"/>
            </a:endParaRP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2B25E7-DEA7-4D5B-B47A-22EBA008311B}"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4251210643"/>
      </p:ext>
    </p:extLst>
  </p:cSld>
  <p:clrMapOvr>
    <a:masterClrMapping/>
  </p:clrMapOvr>
  <p:transition spd="slow">
    <p:push/>
  </p:transition>
  <p:hf hdr="0" dt="0"/>
  <p:extLst>
    <p:ext uri="{DCECCB84-F9BA-43D5-87BE-67443E8EF086}">
      <p15:sldGuideLst xmlns:p15="http://schemas.microsoft.com/office/powerpoint/2012/main">
        <p15:guide id="9" orient="horz" pos="2160">
          <p15:clr>
            <a:srgbClr val="FBAE40"/>
          </p15:clr>
        </p15:guide>
        <p15:guide id="10" orient="horz" pos="3000">
          <p15:clr>
            <a:srgbClr val="FBAE40"/>
          </p15:clr>
        </p15:guide>
        <p15:guide id="11" orient="horz" pos="1968">
          <p15:clr>
            <a:srgbClr val="FBAE40"/>
          </p15:clr>
        </p15:guide>
        <p15:guide id="12" orient="horz"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アイコンをクリックして図を追加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8357E68-063E-4963-A53C-37713E0CB8C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1897962140"/>
      </p:ext>
    </p:extLst>
  </p:cSld>
  <p:clrMapOvr>
    <a:masterClrMapping/>
  </p:clrMapOvr>
  <p:transition spd="slow">
    <p:push/>
  </p:transition>
  <p:extLst>
    <p:ext uri="{DCECCB84-F9BA-43D5-87BE-67443E8EF086}">
      <p15:sldGuideLst xmlns:p15="http://schemas.microsoft.com/office/powerpoint/2012/main">
        <p15:guide id="9" orient="horz" pos="2160">
          <p15:clr>
            <a:srgbClr val="FBAE40"/>
          </p15:clr>
        </p15:guide>
        <p15:guide id="10" orient="horz" pos="3000">
          <p15:clr>
            <a:srgbClr val="FBAE40"/>
          </p15:clr>
        </p15:guide>
        <p15:guide id="11" orient="horz" pos="1968">
          <p15:clr>
            <a:srgbClr val="FBAE40"/>
          </p15:clr>
        </p15:guide>
        <p15:guide id="12" orient="horz"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プレ研修資料フォーマット">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519" y="213913"/>
            <a:ext cx="7629144" cy="575819"/>
          </a:xfrm>
        </p:spPr>
        <p:txBody>
          <a:bodyPr>
            <a:normAutofit/>
          </a:bodyPr>
          <a:lstStyle>
            <a:lvl1pPr>
              <a:spcBef>
                <a:spcPts val="1000"/>
              </a:spcBef>
              <a:defRPr sz="3200" cap="none" baseline="0">
                <a:solidFill>
                  <a:schemeClr val="tx1"/>
                </a:solidFill>
              </a:defRPr>
            </a:lvl1pPr>
          </a:lstStyle>
          <a:p>
            <a:r>
              <a:rPr lang="en-US"/>
              <a:t>Main HEADING – Size 32pt font</a:t>
            </a:r>
          </a:p>
        </p:txBody>
      </p:sp>
      <p:sp>
        <p:nvSpPr>
          <p:cNvPr id="3" name="Content Placeholder 2"/>
          <p:cNvSpPr>
            <a:spLocks noGrp="1"/>
          </p:cNvSpPr>
          <p:nvPr>
            <p:ph idx="1" hasCustomPrompt="1"/>
          </p:nvPr>
        </p:nvSpPr>
        <p:spPr>
          <a:xfrm>
            <a:off x="71519" y="1256350"/>
            <a:ext cx="11654829" cy="4780105"/>
          </a:xfrm>
        </p:spPr>
        <p:txBody>
          <a:bodyPr>
            <a:normAutofit/>
          </a:bodyPr>
          <a:lstStyle>
            <a:lvl1pPr>
              <a:defRPr sz="2000">
                <a:solidFill>
                  <a:schemeClr val="tx1"/>
                </a:solidFill>
              </a:defRPr>
            </a:lvl1pPr>
            <a:lvl2pPr>
              <a:defRPr>
                <a:solidFill>
                  <a:srgbClr val="464646"/>
                </a:solidFill>
              </a:defRPr>
            </a:lvl2pPr>
            <a:lvl3pPr>
              <a:buSzPct val="75000"/>
              <a:defRPr sz="1600">
                <a:solidFill>
                  <a:schemeClr val="tx1"/>
                </a:solidFill>
              </a:defRPr>
            </a:lvl3pPr>
            <a:lvl4pPr>
              <a:defRPr sz="1400">
                <a:solidFill>
                  <a:schemeClr val="tx1"/>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sz="1400">
                <a:solidFill>
                  <a:schemeClr val="tx1"/>
                </a:solidFill>
              </a:defRPr>
            </a:lvl5pPr>
          </a:lstStyle>
          <a:p>
            <a:pPr lvl="0"/>
            <a:r>
              <a:rPr lang="en-US"/>
              <a:t>Third level – </a:t>
            </a:r>
            <a:r>
              <a:rPr lang="ja-JP" altLang="en-US"/>
              <a:t>メイリオ</a:t>
            </a:r>
            <a:r>
              <a:rPr lang="en-US"/>
              <a:t>(Body) 20pt Font</a:t>
            </a:r>
          </a:p>
          <a:p>
            <a:pPr lvl="2"/>
            <a:r>
              <a:rPr lang="en-US"/>
              <a:t>Fourth level -  </a:t>
            </a:r>
            <a:r>
              <a:rPr lang="ja-JP" altLang="en-US"/>
              <a:t>メイリオ</a:t>
            </a:r>
            <a:r>
              <a:rPr lang="en-US"/>
              <a:t>(Body) 16pt Font</a:t>
            </a:r>
          </a:p>
          <a:p>
            <a:pPr lvl="3"/>
            <a:r>
              <a:rPr lang="en-US"/>
              <a:t>Fifth level – </a:t>
            </a:r>
            <a:r>
              <a:rPr lang="ja-JP" altLang="en-US"/>
              <a:t>メイリオ</a:t>
            </a:r>
            <a:r>
              <a:rPr lang="en-US"/>
              <a:t>(Body) 14pt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14pt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71519" y="713556"/>
            <a:ext cx="7622793" cy="592898"/>
          </a:xfrm>
        </p:spPr>
        <p:txBody>
          <a:bodyPr>
            <a:normAutofit/>
          </a:bodyPr>
          <a:lstStyle>
            <a:lvl1pPr marL="0" indent="0" algn="l">
              <a:buNone/>
              <a:defRPr sz="2400" b="1">
                <a:solidFill>
                  <a:schemeClr val="tx1"/>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- 24pt Font</a:t>
            </a:r>
          </a:p>
        </p:txBody>
      </p:sp>
    </p:spTree>
    <p:extLst>
      <p:ext uri="{BB962C8B-B14F-4D97-AF65-F5344CB8AC3E}">
        <p14:creationId xmlns:p14="http://schemas.microsoft.com/office/powerpoint/2010/main" val="2589854480"/>
      </p:ext>
    </p:extLst>
  </p:cSld>
  <p:clrMapOvr>
    <a:masterClrMapping/>
  </p:clrMapOvr>
  <p:transition spd="slow">
    <p:push/>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1914151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9639822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413109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3253710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7232371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471232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40449573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30083789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17302142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38179046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2026/1/27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996462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3048" y="6400800"/>
            <a:ext cx="12188952" cy="457200"/>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 name="Title Placeholder 1"/>
          <p:cNvSpPr>
            <a:spLocks noGrp="1"/>
          </p:cNvSpPr>
          <p:nvPr>
            <p:ph type="title"/>
          </p:nvPr>
        </p:nvSpPr>
        <p:spPr>
          <a:xfrm>
            <a:off x="838200" y="427333"/>
            <a:ext cx="10515600" cy="601367"/>
          </a:xfrm>
          <a:prstGeom prst="rect">
            <a:avLst/>
          </a:prstGeom>
        </p:spPr>
        <p:txBody>
          <a:bodyPr vert="horz" lIns="91440" tIns="45720" rIns="91440" bIns="0" rtlCol="0" anchor="t" anchorCtr="0">
            <a:normAutofit/>
          </a:bodyPr>
          <a:lstStyle/>
          <a:p>
            <a:r>
              <a:rPr lang="en-US"/>
              <a:t>Main HEADING – Size 40pt font</a:t>
            </a:r>
          </a:p>
        </p:txBody>
      </p:sp>
      <p:sp>
        <p:nvSpPr>
          <p:cNvPr id="3" name="Text Placeholder 2"/>
          <p:cNvSpPr>
            <a:spLocks noGrp="1"/>
          </p:cNvSpPr>
          <p:nvPr>
            <p:ph type="body" idx="1"/>
          </p:nvPr>
        </p:nvSpPr>
        <p:spPr>
          <a:xfrm>
            <a:off x="838200" y="1142999"/>
            <a:ext cx="10515600" cy="4876801"/>
          </a:xfrm>
          <a:prstGeom prst="rect">
            <a:avLst/>
          </a:prstGeom>
        </p:spPr>
        <p:txBody>
          <a:bodyPr vert="horz" lIns="91440" tIns="45720" rIns="91440" bIns="45720" rtlCol="0">
            <a:normAutofit/>
          </a:bodyPr>
          <a:lstStyle/>
          <a:p>
            <a:pPr lvl="0"/>
            <a:r>
              <a:rPr lang="en-US"/>
              <a:t>Second level – </a:t>
            </a:r>
            <a:r>
              <a:rPr lang="ja-JP" altLang="en-US"/>
              <a:t>メイリオ</a:t>
            </a:r>
            <a:r>
              <a:rPr lang="en-US"/>
              <a:t>(Headings) 28pt Font</a:t>
            </a:r>
          </a:p>
          <a:p>
            <a:pPr lvl="2"/>
            <a:r>
              <a:rPr lang="en-US"/>
              <a:t>Third level -  </a:t>
            </a:r>
            <a:r>
              <a:rPr lang="ja-JP" altLang="en-US"/>
              <a:t>メイリオ</a:t>
            </a:r>
            <a:r>
              <a:rPr lang="en-US"/>
              <a:t>(Body) 20pt Font</a:t>
            </a:r>
          </a:p>
          <a:p>
            <a:pPr lvl="3"/>
            <a:r>
              <a:rPr lang="en-US"/>
              <a:t>Fourth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Fifth level – </a:t>
            </a:r>
            <a:r>
              <a:rPr lang="ja-JP" altLang="en-US"/>
              <a:t>メイリオ</a:t>
            </a:r>
            <a:r>
              <a:rPr lang="en-US"/>
              <a:t>(Body) 18pt Font</a:t>
            </a:r>
          </a:p>
        </p:txBody>
      </p:sp>
      <p:sp>
        <p:nvSpPr>
          <p:cNvPr id="4" name="Date Placeholder 3"/>
          <p:cNvSpPr>
            <a:spLocks noGrp="1"/>
          </p:cNvSpPr>
          <p:nvPr>
            <p:ph type="dt" sz="half" idx="2"/>
          </p:nvPr>
        </p:nvSpPr>
        <p:spPr>
          <a:xfrm>
            <a:off x="8270980" y="6477000"/>
            <a:ext cx="1088359" cy="311150"/>
          </a:xfrm>
          <a:prstGeom prst="rect">
            <a:avLst/>
          </a:prstGeom>
        </p:spPr>
        <p:txBody>
          <a:bodyPr vert="horz" lIns="91440" tIns="45720" rIns="0" bIns="45720" rtlCol="0" anchor="ctr"/>
          <a:lstStyle>
            <a:lvl1pPr algn="r">
              <a:defRPr sz="600">
                <a:solidFill>
                  <a:schemeClr val="bg1"/>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2B25E7-DEA7-4D5B-B47A-22EBA008311B}"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1/27/2026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p:cNvSpPr>
            <a:spLocks noGrp="1"/>
          </p:cNvSpPr>
          <p:nvPr>
            <p:ph type="ftr" sz="quarter" idx="3"/>
          </p:nvPr>
        </p:nvSpPr>
        <p:spPr>
          <a:xfrm>
            <a:off x="8925436" y="6487628"/>
            <a:ext cx="2431242" cy="300522"/>
          </a:xfrm>
          <a:prstGeom prst="rect">
            <a:avLst/>
          </a:prstGeom>
        </p:spPr>
        <p:txBody>
          <a:bodyPr vert="horz" lIns="0" tIns="45720" rIns="91440" bIns="45720" rtlCol="0" anchor="ctr"/>
          <a:lstStyle>
            <a:lvl1pPr algn="r">
              <a:defRPr sz="600" cap="all" baseline="0">
                <a:solidFill>
                  <a:schemeClr val="bg1"/>
                </a:solidFill>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endParaRPr kumimoji="0" lang="en-US" dirty="0">
              <a:solidFill>
                <a:srgbClr val="FFFFFF"/>
              </a:solidFill>
              <a:cs typeface="Segoe UI Semilight" panose="020B0402040204020203" pitchFamily="34" charset="0"/>
            </a:endParaRPr>
          </a:p>
        </p:txBody>
      </p:sp>
      <p:sp>
        <p:nvSpPr>
          <p:cNvPr id="6" name="Slide Number Placeholder 5"/>
          <p:cNvSpPr>
            <a:spLocks noGrp="1"/>
          </p:cNvSpPr>
          <p:nvPr>
            <p:ph type="sldNum" sz="quarter" idx="4"/>
          </p:nvPr>
        </p:nvSpPr>
        <p:spPr>
          <a:xfrm>
            <a:off x="11391365" y="6477001"/>
            <a:ext cx="413071" cy="311150"/>
          </a:xfrm>
          <a:prstGeom prst="rect">
            <a:avLst/>
          </a:prstGeom>
        </p:spPr>
        <p:txBody>
          <a:bodyPr vert="horz" lIns="91440" tIns="0" rIns="91440" bIns="0" rtlCol="0" anchor="ctr"/>
          <a:lstStyle>
            <a:lvl1pPr algn="ctr">
              <a:defRPr sz="800">
                <a:solidFill>
                  <a:schemeClr val="bg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Rectangle 6"/>
          <p:cNvSpPr/>
          <p:nvPr/>
        </p:nvSpPr>
        <p:spPr>
          <a:xfrm>
            <a:off x="3048" y="0"/>
            <a:ext cx="12188952" cy="82296"/>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0" name="Oval 9"/>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Oval 13"/>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7" name="Oval 16"/>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15" name="Picture 14"/>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464098" y="6477000"/>
            <a:ext cx="1513224" cy="311150"/>
          </a:xfrm>
          <a:prstGeom prst="rect">
            <a:avLst/>
          </a:prstGeom>
        </p:spPr>
      </p:pic>
      <p:sp>
        <p:nvSpPr>
          <p:cNvPr id="18" name="Oval 17"/>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16" name="Picture 15"/>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464098" y="6477000"/>
            <a:ext cx="1513224" cy="311150"/>
          </a:xfrm>
          <a:prstGeom prst="rect">
            <a:avLst/>
          </a:prstGeom>
        </p:spPr>
      </p:pic>
      <p:sp>
        <p:nvSpPr>
          <p:cNvPr id="19" name="Oval 18"/>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885610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Lst>
  <p:transition spd="slow">
    <p:push/>
  </p:transition>
  <p:hf hdr="0" dt="0"/>
  <p:txStyles>
    <p:titleStyle>
      <a:lvl1pPr algn="l" defTabSz="914400" rtl="0" eaLnBrk="1" latinLnBrk="0" hangingPunct="1">
        <a:lnSpc>
          <a:spcPct val="90000"/>
        </a:lnSpc>
        <a:spcBef>
          <a:spcPct val="0"/>
        </a:spcBef>
        <a:buNone/>
        <a:defRPr kumimoji="1" sz="4000" b="1" kern="1200" cap="all" baseline="0">
          <a:solidFill>
            <a:srgbClr val="041E42"/>
          </a:solidFill>
          <a:latin typeface="メイリオ" panose="020B0604030504040204" pitchFamily="50" charset="-128"/>
          <a:ea typeface="メイリオ" panose="020B0604030504040204" pitchFamily="50" charset="-128"/>
          <a:cs typeface="+mj-cs"/>
        </a:defRPr>
      </a:lvl1pPr>
    </p:titleStyle>
    <p:bodyStyle>
      <a:lvl1pPr marL="365760" indent="-365760" algn="l" defTabSz="914400" rtl="0" eaLnBrk="1" latinLnBrk="0" hangingPunct="1">
        <a:lnSpc>
          <a:spcPct val="110000"/>
        </a:lnSpc>
        <a:spcBef>
          <a:spcPts val="1000"/>
        </a:spcBef>
        <a:spcAft>
          <a:spcPts val="0"/>
        </a:spcAft>
        <a:buFont typeface="Arial" panose="020B0604020202020204" pitchFamily="34" charset="0"/>
        <a:buChar char="•"/>
        <a:tabLst/>
        <a:defRPr kumimoji="1" sz="2800" kern="1200" baseline="0">
          <a:solidFill>
            <a:srgbClr val="464646"/>
          </a:solidFill>
          <a:latin typeface="メイリオ" panose="020B0604030504040204" pitchFamily="50" charset="-128"/>
          <a:ea typeface="メイリオ" panose="020B0604030504040204" pitchFamily="50" charset="-128"/>
          <a:cs typeface="+mn-cs"/>
        </a:defRPr>
      </a:lvl1pPr>
      <a:lvl2pPr marL="731520" indent="-365760" algn="l" defTabSz="914400" rtl="0" eaLnBrk="1" latinLnBrk="0" hangingPunct="1">
        <a:lnSpc>
          <a:spcPct val="110000"/>
        </a:lnSpc>
        <a:spcBef>
          <a:spcPts val="1000"/>
        </a:spcBef>
        <a:spcAft>
          <a:spcPts val="0"/>
        </a:spcAft>
        <a:buFont typeface="Calibri" panose="020F0502020204030204" pitchFamily="34" charset="0"/>
        <a:buChar char="◦"/>
        <a:defRPr kumimoji="1" sz="2400" kern="1200">
          <a:solidFill>
            <a:srgbClr val="464646"/>
          </a:solidFill>
          <a:latin typeface="+mn-lt"/>
          <a:ea typeface="Roboto" pitchFamily="2" charset="0"/>
          <a:cs typeface="+mn-cs"/>
        </a:defRPr>
      </a:lvl2pPr>
      <a:lvl3pPr marL="1097280" indent="-365760" algn="l" defTabSz="914400" rtl="0" eaLnBrk="1" latinLnBrk="0" hangingPunct="1">
        <a:lnSpc>
          <a:spcPct val="110000"/>
        </a:lnSpc>
        <a:spcBef>
          <a:spcPts val="1000"/>
        </a:spcBef>
        <a:spcAft>
          <a:spcPts val="0"/>
        </a:spcAft>
        <a:buFont typeface="Courier New" panose="02070309020205020404" pitchFamily="49" charset="0"/>
        <a:buChar char="o"/>
        <a:defRPr kumimoji="1" sz="2000" kern="1200" baseline="0">
          <a:solidFill>
            <a:srgbClr val="464646"/>
          </a:solidFill>
          <a:latin typeface="メイリオ" panose="020B0604030504040204" pitchFamily="50" charset="-128"/>
          <a:ea typeface="メイリオ" panose="020B0604030504040204" pitchFamily="50" charset="-128"/>
          <a:cs typeface="+mn-cs"/>
        </a:defRPr>
      </a:lvl3pPr>
      <a:lvl4pPr marL="1463040" indent="-365760" algn="l" defTabSz="914400" rtl="0" eaLnBrk="1" latinLnBrk="0" hangingPunct="1">
        <a:lnSpc>
          <a:spcPct val="110000"/>
        </a:lnSpc>
        <a:spcBef>
          <a:spcPts val="1000"/>
        </a:spcBef>
        <a:spcAft>
          <a:spcPts val="0"/>
        </a:spcAft>
        <a:buFont typeface="Roboto" panose="02000000000000000000" pitchFamily="2" charset="0"/>
        <a:buChar char="−"/>
        <a:defRPr kumimoji="1" sz="1800" kern="1200">
          <a:solidFill>
            <a:srgbClr val="464646"/>
          </a:solidFill>
          <a:latin typeface="メイリオ" panose="020B0604030504040204" pitchFamily="50" charset="-128"/>
          <a:ea typeface="メイリオ" panose="020B0604030504040204" pitchFamily="50" charset="-128"/>
          <a:cs typeface="+mn-cs"/>
        </a:defRPr>
      </a:lvl4pPr>
      <a:lvl5pPr marL="1463040" marR="0" indent="0" algn="l" defTabSz="914400" rtl="0" eaLnBrk="1" fontAlgn="auto" latinLnBrk="0" hangingPunct="1">
        <a:lnSpc>
          <a:spcPct val="110000"/>
        </a:lnSpc>
        <a:spcBef>
          <a:spcPts val="1000"/>
        </a:spcBef>
        <a:spcAft>
          <a:spcPts val="0"/>
        </a:spcAft>
        <a:buClrTx/>
        <a:buSzTx/>
        <a:buFont typeface="Roboto" panose="02000000000000000000" pitchFamily="2" charset="0"/>
        <a:buNone/>
        <a:tabLst/>
        <a:defRPr kumimoji="1" sz="1800" kern="1200">
          <a:solidFill>
            <a:srgbClr val="464646"/>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4" orient="horz" pos="4272">
          <p15:clr>
            <a:srgbClr val="F26B43"/>
          </p15:clr>
        </p15:guide>
        <p15:guide id="6" orient="horz" pos="3792">
          <p15:clr>
            <a:srgbClr val="F26B43"/>
          </p15:clr>
        </p15:guide>
        <p15:guide id="7" pos="528">
          <p15:clr>
            <a:srgbClr val="F26B43"/>
          </p15:clr>
        </p15:guide>
        <p15:guide id="9" orient="horz" pos="144">
          <p15:clr>
            <a:srgbClr val="F26B43"/>
          </p15:clr>
        </p15:guide>
        <p15:guide id="67" orient="horz" pos="264">
          <p15:clr>
            <a:srgbClr val="F26B43"/>
          </p15:clr>
        </p15:guide>
        <p15:guide id="68" orient="horz" pos="48">
          <p15:clr>
            <a:srgbClr val="F26B43"/>
          </p15:clr>
        </p15:guide>
        <p15:guide id="69" orient="horz" pos="648">
          <p15:clr>
            <a:srgbClr val="F26B43"/>
          </p15:clr>
        </p15:guide>
        <p15:guide id="70" orient="horz" pos="720">
          <p15:clr>
            <a:srgbClr val="F26B43"/>
          </p15:clr>
        </p15:guide>
        <p15:guide id="71" orient="horz" pos="4032">
          <p15:clr>
            <a:srgbClr val="F26B43"/>
          </p15:clr>
        </p15:guide>
        <p15:guide id="72" pos="7152">
          <p15:clr>
            <a:srgbClr val="F26B43"/>
          </p15:clr>
        </p15:guide>
        <p15:guide id="73" orient="horz" pos="1008">
          <p15:clr>
            <a:srgbClr val="F26B43"/>
          </p15:clr>
        </p15:guide>
        <p15:guide id="74" orient="horz" pos="13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6ED77-EC0D-4D91-BAFE-F649CEFC215E}" type="datetimeFigureOut">
              <a:rPr kumimoji="1" lang="ja-JP" altLang="en-US" smtClean="0"/>
              <a:t>2026/1/27</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3921772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hyperlink" Target="https://qiita.com/batakeee/items/781ebe0d71d16c6b112d#rag%E3%81%A8%E3%81%AF"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85B26A8-F4B4-3B89-0120-5359A8D7F302}"/>
              </a:ext>
            </a:extLst>
          </p:cNvPr>
          <p:cNvSpPr>
            <a:spLocks noGrp="1"/>
          </p:cNvSpPr>
          <p:nvPr>
            <p:ph type="pic" sz="quarter" idx="20"/>
          </p:nvPr>
        </p:nvSpPr>
        <p:spPr/>
        <p:txBody>
          <a:bodyPr/>
          <a:lstStyle/>
          <a:p>
            <a:endParaRPr lang="ja-JP" altLang="en-US"/>
          </a:p>
        </p:txBody>
      </p:sp>
      <p:sp>
        <p:nvSpPr>
          <p:cNvPr id="3" name="Text Placeholder 2">
            <a:extLst>
              <a:ext uri="{FF2B5EF4-FFF2-40B4-BE49-F238E27FC236}">
                <a16:creationId xmlns:a16="http://schemas.microsoft.com/office/drawing/2014/main" id="{B76DB62C-9CBE-D146-E462-BA44F05D5A13}"/>
              </a:ext>
            </a:extLst>
          </p:cNvPr>
          <p:cNvSpPr>
            <a:spLocks noGrp="1"/>
          </p:cNvSpPr>
          <p:nvPr>
            <p:ph type="body" idx="14"/>
          </p:nvPr>
        </p:nvSpPr>
        <p:spPr/>
        <p:txBody>
          <a:bodyPr/>
          <a:lstStyle/>
          <a:p>
            <a:r>
              <a:rPr kumimoji="1" lang="ja-JP" altLang="en-US" dirty="0"/>
              <a:t>機械学習ミーティング</a:t>
            </a:r>
          </a:p>
        </p:txBody>
      </p:sp>
    </p:spTree>
    <p:extLst>
      <p:ext uri="{BB962C8B-B14F-4D97-AF65-F5344CB8AC3E}">
        <p14:creationId xmlns:p14="http://schemas.microsoft.com/office/powerpoint/2010/main" val="3575467963"/>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9AE3B-4809-2A04-46F2-27F6E3C3610E}"/>
              </a:ext>
            </a:extLst>
          </p:cNvPr>
          <p:cNvSpPr>
            <a:spLocks noGrp="1"/>
          </p:cNvSpPr>
          <p:nvPr>
            <p:ph type="title"/>
          </p:nvPr>
        </p:nvSpPr>
        <p:spPr/>
        <p:txBody>
          <a:bodyPr>
            <a:normAutofit fontScale="90000"/>
          </a:bodyPr>
          <a:lstStyle/>
          <a:p>
            <a:r>
              <a:rPr kumimoji="1" lang="ja-JP" altLang="en-US" dirty="0"/>
              <a:t>概要</a:t>
            </a:r>
          </a:p>
        </p:txBody>
      </p:sp>
      <p:sp>
        <p:nvSpPr>
          <p:cNvPr id="3" name="Content Placeholder 2">
            <a:extLst>
              <a:ext uri="{FF2B5EF4-FFF2-40B4-BE49-F238E27FC236}">
                <a16:creationId xmlns:a16="http://schemas.microsoft.com/office/drawing/2014/main" id="{C73B431D-B972-47DF-0742-92AEE03E51F5}"/>
              </a:ext>
            </a:extLst>
          </p:cNvPr>
          <p:cNvSpPr>
            <a:spLocks noGrp="1"/>
          </p:cNvSpPr>
          <p:nvPr>
            <p:ph idx="1"/>
          </p:nvPr>
        </p:nvSpPr>
        <p:spPr/>
        <p:txBody>
          <a:bodyPr/>
          <a:lstStyle/>
          <a:p>
            <a:r>
              <a:rPr kumimoji="1" lang="en-US" altLang="ja-JP" dirty="0" err="1"/>
              <a:t>AIAgent</a:t>
            </a:r>
            <a:endParaRPr kumimoji="1" lang="en-US" altLang="ja-JP" dirty="0"/>
          </a:p>
          <a:p>
            <a:pPr lvl="1"/>
            <a:r>
              <a:rPr kumimoji="1" lang="en-US" altLang="ja-JP" dirty="0"/>
              <a:t>QA</a:t>
            </a:r>
            <a:r>
              <a:rPr kumimoji="1" lang="ja-JP" altLang="en-US" dirty="0"/>
              <a:t>システムに</a:t>
            </a:r>
            <a:r>
              <a:rPr kumimoji="1" lang="en-US" altLang="ja-JP" dirty="0"/>
              <a:t>Agent</a:t>
            </a:r>
            <a:r>
              <a:rPr kumimoji="1" lang="ja-JP" altLang="en-US" dirty="0"/>
              <a:t>を導入</a:t>
            </a:r>
            <a:endParaRPr kumimoji="1" lang="en-US" altLang="ja-JP" dirty="0"/>
          </a:p>
          <a:p>
            <a:pPr lvl="1"/>
            <a:r>
              <a:rPr lang="en-US" altLang="ja-JP" dirty="0"/>
              <a:t>Agent</a:t>
            </a:r>
            <a:r>
              <a:rPr lang="ja-JP" altLang="en-US" dirty="0"/>
              <a:t>より自動テストの検討</a:t>
            </a:r>
            <a:endParaRPr lang="en-US" altLang="ja-JP" dirty="0"/>
          </a:p>
          <a:p>
            <a:endParaRPr kumimoji="1" lang="en-US" altLang="ja-JP" dirty="0"/>
          </a:p>
          <a:p>
            <a:r>
              <a:rPr kumimoji="1" lang="en-US" altLang="ja-JP" dirty="0"/>
              <a:t>AI</a:t>
            </a:r>
            <a:r>
              <a:rPr kumimoji="1" lang="ja-JP" altLang="en-US" dirty="0"/>
              <a:t>と</a:t>
            </a:r>
            <a:r>
              <a:rPr kumimoji="1" lang="en-US" altLang="ja-JP" dirty="0"/>
              <a:t>XRD</a:t>
            </a:r>
            <a:r>
              <a:rPr kumimoji="1" lang="ja-JP" altLang="en-US" dirty="0"/>
              <a:t>の論文調査</a:t>
            </a:r>
          </a:p>
        </p:txBody>
      </p:sp>
      <p:sp>
        <p:nvSpPr>
          <p:cNvPr id="4" name="Slide Number Placeholder 3">
            <a:extLst>
              <a:ext uri="{FF2B5EF4-FFF2-40B4-BE49-F238E27FC236}">
                <a16:creationId xmlns:a16="http://schemas.microsoft.com/office/drawing/2014/main" id="{060DB3B4-2843-CCDE-D56C-30901246F20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2D9BDC19-94CC-EEAF-6645-96AB57EC2373}"/>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Text Placeholder 5">
            <a:extLst>
              <a:ext uri="{FF2B5EF4-FFF2-40B4-BE49-F238E27FC236}">
                <a16:creationId xmlns:a16="http://schemas.microsoft.com/office/drawing/2014/main" id="{745A8BEE-55BD-EA5C-F84B-13D473983411}"/>
              </a:ext>
            </a:extLst>
          </p:cNvPr>
          <p:cNvSpPr>
            <a:spLocks noGrp="1"/>
          </p:cNvSpPr>
          <p:nvPr>
            <p:ph type="body" idx="13"/>
          </p:nvPr>
        </p:nvSpPr>
        <p:spPr/>
        <p:txBody>
          <a:bodyPr>
            <a:normAutofit fontScale="85000" lnSpcReduction="10000"/>
          </a:bodyPr>
          <a:lstStyle/>
          <a:p>
            <a:endParaRPr kumimoji="1" lang="ja-JP" altLang="en-US"/>
          </a:p>
        </p:txBody>
      </p:sp>
    </p:spTree>
    <p:extLst>
      <p:ext uri="{BB962C8B-B14F-4D97-AF65-F5344CB8AC3E}">
        <p14:creationId xmlns:p14="http://schemas.microsoft.com/office/powerpoint/2010/main" val="4016415781"/>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3BEDF-CD76-5213-E527-3AD211D76B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E33E2D-0C01-EDFE-5AD0-9F3DC5C5A61E}"/>
              </a:ext>
            </a:extLst>
          </p:cNvPr>
          <p:cNvSpPr>
            <a:spLocks noGrp="1"/>
          </p:cNvSpPr>
          <p:nvPr>
            <p:ph type="title"/>
          </p:nvPr>
        </p:nvSpPr>
        <p:spPr/>
        <p:txBody>
          <a:bodyPr>
            <a:normAutofit/>
          </a:bodyPr>
          <a:lstStyle/>
          <a:p>
            <a:r>
              <a:rPr kumimoji="1" lang="ja-JP" altLang="en-US" sz="3600" dirty="0"/>
              <a:t>前の</a:t>
            </a:r>
            <a:r>
              <a:rPr kumimoji="1" lang="en-US" altLang="ja-JP" sz="3600" dirty="0"/>
              <a:t>QA</a:t>
            </a:r>
            <a:r>
              <a:rPr kumimoji="1" lang="ja-JP" altLang="en-US" sz="3600" dirty="0"/>
              <a:t>システム</a:t>
            </a:r>
          </a:p>
        </p:txBody>
      </p:sp>
      <p:sp>
        <p:nvSpPr>
          <p:cNvPr id="4" name="スライド番号プレースホルダー 3">
            <a:extLst>
              <a:ext uri="{FF2B5EF4-FFF2-40B4-BE49-F238E27FC236}">
                <a16:creationId xmlns:a16="http://schemas.microsoft.com/office/drawing/2014/main" id="{EA906B1A-89DB-8B20-33DF-317FA4C9F14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dirty="0">
              <a:ln>
                <a:noFill/>
              </a:ln>
              <a:solidFill>
                <a:srgbClr val="FFFFFF"/>
              </a:solidFill>
              <a:effectLst/>
              <a:uLnTx/>
              <a:uFillTx/>
              <a:latin typeface="Segoe UI Semilight"/>
              <a:ea typeface="メイリオ"/>
              <a:cs typeface="+mn-cs"/>
            </a:endParaRPr>
          </a:p>
        </p:txBody>
      </p:sp>
      <p:sp>
        <p:nvSpPr>
          <p:cNvPr id="5" name="フッター プレースホルダー 4">
            <a:extLst>
              <a:ext uri="{FF2B5EF4-FFF2-40B4-BE49-F238E27FC236}">
                <a16:creationId xmlns:a16="http://schemas.microsoft.com/office/drawing/2014/main" id="{C2728F39-92A8-7FE2-C691-81EA10DD7ED9}"/>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コンテンツ プレースホルダー 2">
            <a:extLst>
              <a:ext uri="{FF2B5EF4-FFF2-40B4-BE49-F238E27FC236}">
                <a16:creationId xmlns:a16="http://schemas.microsoft.com/office/drawing/2014/main" id="{56B2104D-43A5-B474-3AFB-FEE52BC0A940}"/>
              </a:ext>
            </a:extLst>
          </p:cNvPr>
          <p:cNvSpPr txBox="1">
            <a:spLocks/>
          </p:cNvSpPr>
          <p:nvPr/>
        </p:nvSpPr>
        <p:spPr>
          <a:xfrm>
            <a:off x="700177" y="1195833"/>
            <a:ext cx="11290540" cy="5230367"/>
          </a:xfrm>
          <a:prstGeom prst="rect">
            <a:avLst/>
          </a:prstGeom>
        </p:spPr>
        <p:txBody>
          <a:bodyPr vert="horz" lIns="91440" tIns="45720" rIns="91440" bIns="45720" rtlCol="0">
            <a:normAutofit/>
          </a:bodyPr>
          <a:lstStyle>
            <a:lvl1pPr marL="365760" indent="-365760" algn="l" defTabSz="914400" rtl="0" eaLnBrk="1" latinLnBrk="0" hangingPunct="1">
              <a:lnSpc>
                <a:spcPct val="110000"/>
              </a:lnSpc>
              <a:spcBef>
                <a:spcPts val="1000"/>
              </a:spcBef>
              <a:spcAft>
                <a:spcPts val="0"/>
              </a:spcAft>
              <a:buFont typeface="Arial" panose="020B0604020202020204" pitchFamily="34" charset="0"/>
              <a:buChar char="•"/>
              <a:tabLst/>
              <a:defRPr kumimoji="1" sz="2800" kern="1200" baseline="0">
                <a:solidFill>
                  <a:srgbClr val="464646"/>
                </a:solidFill>
                <a:latin typeface="メイリオ" panose="020B0604030504040204" pitchFamily="50" charset="-128"/>
                <a:ea typeface="メイリオ" panose="020B0604030504040204" pitchFamily="50" charset="-128"/>
                <a:cs typeface="+mn-cs"/>
              </a:defRPr>
            </a:lvl1pPr>
            <a:lvl2pPr marL="731520" indent="-365760" algn="l" defTabSz="914400" rtl="0" eaLnBrk="1" latinLnBrk="0" hangingPunct="1">
              <a:lnSpc>
                <a:spcPct val="110000"/>
              </a:lnSpc>
              <a:spcBef>
                <a:spcPts val="1000"/>
              </a:spcBef>
              <a:spcAft>
                <a:spcPts val="0"/>
              </a:spcAft>
              <a:buFont typeface="Calibri" panose="020F0502020204030204" pitchFamily="34" charset="0"/>
              <a:buChar char="◦"/>
              <a:defRPr kumimoji="1" sz="2400" kern="1200">
                <a:solidFill>
                  <a:srgbClr val="464646"/>
                </a:solidFill>
                <a:latin typeface="+mn-lt"/>
                <a:ea typeface="Roboto" pitchFamily="2" charset="0"/>
                <a:cs typeface="+mn-cs"/>
              </a:defRPr>
            </a:lvl2pPr>
            <a:lvl3pPr marL="1097280" indent="-365760" algn="l" defTabSz="914400" rtl="0" eaLnBrk="1" latinLnBrk="0" hangingPunct="1">
              <a:lnSpc>
                <a:spcPct val="110000"/>
              </a:lnSpc>
              <a:spcBef>
                <a:spcPts val="1000"/>
              </a:spcBef>
              <a:spcAft>
                <a:spcPts val="0"/>
              </a:spcAft>
              <a:buSzPct val="75000"/>
              <a:buFont typeface="Courier New" panose="02070309020205020404" pitchFamily="49" charset="0"/>
              <a:buChar char="o"/>
              <a:defRPr kumimoji="1" sz="2000" kern="1200" baseline="0">
                <a:solidFill>
                  <a:srgbClr val="464646"/>
                </a:solidFill>
                <a:latin typeface="メイリオ" panose="020B0604030504040204" pitchFamily="50" charset="-128"/>
                <a:ea typeface="メイリオ" panose="020B0604030504040204" pitchFamily="50" charset="-128"/>
                <a:cs typeface="+mn-cs"/>
              </a:defRPr>
            </a:lvl3pPr>
            <a:lvl4pPr marL="1463040" indent="-365760" algn="l" defTabSz="914400" rtl="0" eaLnBrk="1" latinLnBrk="0" hangingPunct="1">
              <a:lnSpc>
                <a:spcPct val="110000"/>
              </a:lnSpc>
              <a:spcBef>
                <a:spcPts val="1000"/>
              </a:spcBef>
              <a:spcAft>
                <a:spcPts val="0"/>
              </a:spcAft>
              <a:buFont typeface="Roboto" panose="02000000000000000000" pitchFamily="2" charset="0"/>
              <a:buChar char="−"/>
              <a:defRPr kumimoji="1" sz="1800" kern="1200">
                <a:solidFill>
                  <a:srgbClr val="464646"/>
                </a:solidFill>
                <a:latin typeface="メイリオ" panose="020B0604030504040204" pitchFamily="50" charset="-128"/>
                <a:ea typeface="メイリオ" panose="020B0604030504040204" pitchFamily="50" charset="-128"/>
                <a:cs typeface="+mn-cs"/>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kumimoji="1" sz="1800" kern="1200">
                <a:solidFill>
                  <a:srgbClr val="464646"/>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spcBef>
                <a:spcPts val="1200"/>
              </a:spcBef>
            </a:pPr>
            <a:r>
              <a:rPr lang="en-US" altLang="ja-JP" sz="2000" dirty="0">
                <a:solidFill>
                  <a:schemeClr val="tx1"/>
                </a:solidFill>
              </a:rPr>
              <a:t>Rag</a:t>
            </a:r>
            <a:r>
              <a:rPr lang="ja-JP" altLang="en-US" sz="2000" dirty="0">
                <a:solidFill>
                  <a:schemeClr val="tx1"/>
                </a:solidFill>
              </a:rPr>
              <a:t>（</a:t>
            </a:r>
            <a:r>
              <a:rPr lang="en-US" altLang="ja-JP" sz="2000" dirty="0">
                <a:solidFill>
                  <a:schemeClr val="tx1"/>
                </a:solidFill>
              </a:rPr>
              <a:t>Retrieval-Augmented Generation</a:t>
            </a:r>
            <a:r>
              <a:rPr lang="ja-JP" altLang="en-US" sz="2000" dirty="0">
                <a:solidFill>
                  <a:schemeClr val="tx1"/>
                </a:solidFill>
              </a:rPr>
              <a:t>）とは</a:t>
            </a:r>
            <a:endParaRPr lang="en-US" altLang="ja-JP" sz="2000" dirty="0">
              <a:solidFill>
                <a:schemeClr val="tx1"/>
              </a:solidFill>
            </a:endParaRPr>
          </a:p>
          <a:p>
            <a:pPr lvl="1">
              <a:spcBef>
                <a:spcPts val="1200"/>
              </a:spcBef>
            </a:pPr>
            <a:r>
              <a:rPr lang="ja-JP" altLang="en-US" sz="1600" dirty="0">
                <a:solidFill>
                  <a:schemeClr val="tx1"/>
                </a:solidFill>
              </a:rPr>
              <a:t>検索拡張生成</a:t>
            </a:r>
            <a:endParaRPr lang="en-US" altLang="ja-JP" sz="1600" dirty="0">
              <a:solidFill>
                <a:schemeClr val="tx1"/>
              </a:solidFill>
            </a:endParaRPr>
          </a:p>
          <a:p>
            <a:pPr lvl="1">
              <a:spcBef>
                <a:spcPts val="1200"/>
              </a:spcBef>
            </a:pPr>
            <a:r>
              <a:rPr lang="en-US" altLang="ja-JP" sz="1600" dirty="0">
                <a:solidFill>
                  <a:schemeClr val="tx1"/>
                </a:solidFill>
              </a:rPr>
              <a:t>LLM (Large Language Model: </a:t>
            </a:r>
            <a:r>
              <a:rPr lang="ja-JP" altLang="en-US" sz="1600" dirty="0">
                <a:solidFill>
                  <a:schemeClr val="tx1"/>
                </a:solidFill>
              </a:rPr>
              <a:t>大規模言語モデル</a:t>
            </a:r>
            <a:r>
              <a:rPr lang="en-US" altLang="ja-JP" sz="1600" dirty="0">
                <a:solidFill>
                  <a:schemeClr val="tx1"/>
                </a:solidFill>
              </a:rPr>
              <a:t>) </a:t>
            </a:r>
            <a:r>
              <a:rPr lang="ja-JP" altLang="en-US" sz="1600" dirty="0">
                <a:solidFill>
                  <a:schemeClr val="tx1"/>
                </a:solidFill>
              </a:rPr>
              <a:t>が持つ内部知識を補うために外部知識を活用する</a:t>
            </a:r>
            <a:endParaRPr lang="en-US" altLang="ja-JP" sz="1600" dirty="0">
              <a:solidFill>
                <a:schemeClr val="tx1"/>
              </a:solidFill>
            </a:endParaRPr>
          </a:p>
          <a:p>
            <a:pPr marL="365760" lvl="1" indent="0">
              <a:spcBef>
                <a:spcPts val="1200"/>
              </a:spcBef>
              <a:buNone/>
            </a:pPr>
            <a:endParaRPr lang="en-US" altLang="ja-JP" sz="1600" dirty="0">
              <a:solidFill>
                <a:schemeClr val="tx1"/>
              </a:solidFill>
            </a:endParaRPr>
          </a:p>
          <a:p>
            <a:pPr marL="365760" lvl="1" indent="0">
              <a:spcBef>
                <a:spcPts val="1200"/>
              </a:spcBef>
              <a:buNone/>
            </a:pPr>
            <a:endParaRPr lang="en-US" altLang="ja-JP" sz="1600" dirty="0">
              <a:solidFill>
                <a:schemeClr val="tx1"/>
              </a:solidFill>
            </a:endParaRPr>
          </a:p>
          <a:p>
            <a:pPr lvl="4">
              <a:spcBef>
                <a:spcPts val="1200"/>
              </a:spcBef>
            </a:pPr>
            <a:endParaRPr lang="en-US" altLang="ja-JP" sz="1000" dirty="0">
              <a:solidFill>
                <a:schemeClr val="tx1"/>
              </a:solidFill>
            </a:endParaRPr>
          </a:p>
          <a:p>
            <a:pPr>
              <a:spcBef>
                <a:spcPts val="1200"/>
              </a:spcBef>
            </a:pPr>
            <a:endParaRPr lang="en-US" altLang="ja-JP" sz="2000" dirty="0">
              <a:solidFill>
                <a:schemeClr val="tx1"/>
              </a:solidFill>
            </a:endParaRPr>
          </a:p>
          <a:p>
            <a:pPr>
              <a:spcBef>
                <a:spcPts val="1200"/>
              </a:spcBef>
            </a:pPr>
            <a:endParaRPr lang="en-US" altLang="ja-JP" sz="2000" dirty="0">
              <a:solidFill>
                <a:schemeClr val="tx1"/>
              </a:solidFill>
            </a:endParaRPr>
          </a:p>
        </p:txBody>
      </p:sp>
      <p:pic>
        <p:nvPicPr>
          <p:cNvPr id="7" name="Picture 6">
            <a:extLst>
              <a:ext uri="{FF2B5EF4-FFF2-40B4-BE49-F238E27FC236}">
                <a16:creationId xmlns:a16="http://schemas.microsoft.com/office/drawing/2014/main" id="{AE14047D-5261-8A94-12BD-9733D5F3AF7A}"/>
              </a:ext>
            </a:extLst>
          </p:cNvPr>
          <p:cNvPicPr>
            <a:picLocks noChangeAspect="1"/>
          </p:cNvPicPr>
          <p:nvPr/>
        </p:nvPicPr>
        <p:blipFill>
          <a:blip r:embed="rId3"/>
          <a:stretch>
            <a:fillRect/>
          </a:stretch>
        </p:blipFill>
        <p:spPr>
          <a:xfrm>
            <a:off x="1721144" y="2712431"/>
            <a:ext cx="4543473" cy="3157268"/>
          </a:xfrm>
          <a:prstGeom prst="rect">
            <a:avLst/>
          </a:prstGeom>
        </p:spPr>
      </p:pic>
      <p:sp>
        <p:nvSpPr>
          <p:cNvPr id="9" name="TextBox 8">
            <a:extLst>
              <a:ext uri="{FF2B5EF4-FFF2-40B4-BE49-F238E27FC236}">
                <a16:creationId xmlns:a16="http://schemas.microsoft.com/office/drawing/2014/main" id="{D30616C4-CF78-E649-8208-120808360725}"/>
              </a:ext>
            </a:extLst>
          </p:cNvPr>
          <p:cNvSpPr txBox="1"/>
          <p:nvPr/>
        </p:nvSpPr>
        <p:spPr>
          <a:xfrm>
            <a:off x="1798320" y="5949019"/>
            <a:ext cx="3992880" cy="538609"/>
          </a:xfrm>
          <a:prstGeom prst="rect">
            <a:avLst/>
          </a:prstGeom>
          <a:noFill/>
        </p:spPr>
        <p:txBody>
          <a:bodyPr wrap="square" rtlCol="0">
            <a:spAutoFit/>
          </a:bodyPr>
          <a:lstStyle/>
          <a:p>
            <a:r>
              <a:rPr lang="en-US" altLang="ja-JP" sz="1100" dirty="0">
                <a:hlinkClick r:id="rId4"/>
              </a:rPr>
              <a:t>【RAG</a:t>
            </a:r>
            <a:r>
              <a:rPr lang="ja-JP" altLang="en-US" sz="1100" dirty="0">
                <a:hlinkClick r:id="rId4"/>
              </a:rPr>
              <a:t>入門</a:t>
            </a:r>
            <a:r>
              <a:rPr lang="en-US" altLang="ja-JP" sz="1100" dirty="0">
                <a:hlinkClick r:id="rId4"/>
              </a:rPr>
              <a:t>】RAG</a:t>
            </a:r>
            <a:r>
              <a:rPr lang="ja-JP" altLang="en-US" sz="1100" dirty="0">
                <a:hlinkClick r:id="rId4"/>
              </a:rPr>
              <a:t>って何？なぜ</a:t>
            </a:r>
            <a:r>
              <a:rPr lang="en-US" altLang="ja-JP" sz="1100" dirty="0">
                <a:hlinkClick r:id="rId4"/>
              </a:rPr>
              <a:t>RAG</a:t>
            </a:r>
            <a:r>
              <a:rPr lang="ja-JP" altLang="en-US" sz="1100" dirty="0">
                <a:hlinkClick r:id="rId4"/>
              </a:rPr>
              <a:t>が注目を浴びるのか？</a:t>
            </a:r>
            <a:endParaRPr lang="ja-JP" altLang="en-US" sz="1100" dirty="0"/>
          </a:p>
          <a:p>
            <a:endParaRPr kumimoji="1" lang="ja-JP" altLang="en-US" dirty="0"/>
          </a:p>
        </p:txBody>
      </p:sp>
      <p:sp>
        <p:nvSpPr>
          <p:cNvPr id="3" name="Speech Bubble: Rectangle with Corners Rounded 2">
            <a:extLst>
              <a:ext uri="{FF2B5EF4-FFF2-40B4-BE49-F238E27FC236}">
                <a16:creationId xmlns:a16="http://schemas.microsoft.com/office/drawing/2014/main" id="{F068DBEC-98AE-5596-827E-CCB2A7E79EB8}"/>
              </a:ext>
            </a:extLst>
          </p:cNvPr>
          <p:cNvSpPr/>
          <p:nvPr/>
        </p:nvSpPr>
        <p:spPr>
          <a:xfrm>
            <a:off x="6830929" y="2712431"/>
            <a:ext cx="5159788" cy="1078992"/>
          </a:xfrm>
          <a:prstGeom prst="wedgeRoundRectCallout">
            <a:avLst>
              <a:gd name="adj1" fmla="val -58402"/>
              <a:gd name="adj2" fmla="val -15466"/>
              <a:gd name="adj3" fmla="val 16667"/>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dirty="0"/>
              <a:t>質問に対して、どこに調べにいくかわからない</a:t>
            </a:r>
            <a:endParaRPr kumimoji="1" lang="en-US" altLang="ja-JP" dirty="0"/>
          </a:p>
          <a:p>
            <a:pPr algn="ctr"/>
            <a:r>
              <a:rPr lang="ja-JP" altLang="en-US" dirty="0"/>
              <a:t>例　</a:t>
            </a:r>
            <a:r>
              <a:rPr lang="en-US" altLang="ja-JP" dirty="0"/>
              <a:t>XRD</a:t>
            </a:r>
            <a:r>
              <a:rPr lang="ja-JP" altLang="en-US" dirty="0"/>
              <a:t>⇒</a:t>
            </a:r>
            <a:r>
              <a:rPr lang="en-US" altLang="ja-JP" dirty="0"/>
              <a:t>XRD</a:t>
            </a:r>
            <a:r>
              <a:rPr lang="ja-JP" altLang="en-US" dirty="0"/>
              <a:t>の教科書</a:t>
            </a:r>
            <a:endParaRPr lang="en-US" altLang="ja-JP" dirty="0"/>
          </a:p>
          <a:p>
            <a:pPr algn="ctr"/>
            <a:r>
              <a:rPr kumimoji="1" lang="en-US" altLang="ja-JP" dirty="0"/>
              <a:t>AI</a:t>
            </a:r>
            <a:r>
              <a:rPr kumimoji="1" lang="ja-JP" altLang="en-US" dirty="0"/>
              <a:t>⇒</a:t>
            </a:r>
            <a:r>
              <a:rPr kumimoji="1" lang="en-US" altLang="ja-JP" dirty="0"/>
              <a:t>ML</a:t>
            </a:r>
            <a:r>
              <a:rPr kumimoji="1" lang="ja-JP" altLang="en-US" dirty="0"/>
              <a:t>の教科書</a:t>
            </a:r>
          </a:p>
        </p:txBody>
      </p:sp>
      <p:sp>
        <p:nvSpPr>
          <p:cNvPr id="10" name="Speech Bubble: Rectangle with Corners Rounded 9">
            <a:extLst>
              <a:ext uri="{FF2B5EF4-FFF2-40B4-BE49-F238E27FC236}">
                <a16:creationId xmlns:a16="http://schemas.microsoft.com/office/drawing/2014/main" id="{5BC6507B-35F5-A4F7-F979-6E9C9958E3AC}"/>
              </a:ext>
            </a:extLst>
          </p:cNvPr>
          <p:cNvSpPr/>
          <p:nvPr/>
        </p:nvSpPr>
        <p:spPr>
          <a:xfrm>
            <a:off x="6830928" y="4583175"/>
            <a:ext cx="5361071" cy="1078992"/>
          </a:xfrm>
          <a:prstGeom prst="wedgeRoundRectCallout">
            <a:avLst>
              <a:gd name="adj1" fmla="val -58402"/>
              <a:gd name="adj2" fmla="val -15466"/>
              <a:gd name="adj3" fmla="val 16667"/>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kumimoji="1" lang="ja-JP" altLang="en-US" dirty="0"/>
              <a:t>検索効率が低い</a:t>
            </a:r>
            <a:endParaRPr kumimoji="1" lang="en-US" altLang="ja-JP" dirty="0"/>
          </a:p>
          <a:p>
            <a:pPr algn="ctr"/>
            <a:r>
              <a:rPr lang="ja-JP" altLang="en-US" dirty="0"/>
              <a:t>人間のような考えながら動くすることができない</a:t>
            </a:r>
            <a:endParaRPr kumimoji="1" lang="ja-JP" altLang="en-US" dirty="0"/>
          </a:p>
        </p:txBody>
      </p:sp>
    </p:spTree>
    <p:extLst>
      <p:ext uri="{BB962C8B-B14F-4D97-AF65-F5344CB8AC3E}">
        <p14:creationId xmlns:p14="http://schemas.microsoft.com/office/powerpoint/2010/main" val="242264771"/>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73357-9DF0-4C53-063A-349D6EB9923A}"/>
              </a:ext>
            </a:extLst>
          </p:cNvPr>
          <p:cNvSpPr>
            <a:spLocks noGrp="1"/>
          </p:cNvSpPr>
          <p:nvPr>
            <p:ph type="title"/>
          </p:nvPr>
        </p:nvSpPr>
        <p:spPr/>
        <p:txBody>
          <a:bodyPr>
            <a:normAutofit fontScale="90000"/>
          </a:bodyPr>
          <a:lstStyle/>
          <a:p>
            <a:r>
              <a:rPr lang="en-US" altLang="ja-JP" dirty="0"/>
              <a:t>QA</a:t>
            </a:r>
            <a:r>
              <a:rPr lang="ja-JP" altLang="en-US" dirty="0"/>
              <a:t>システムに</a:t>
            </a:r>
            <a:r>
              <a:rPr lang="en-US" altLang="ja-JP" dirty="0"/>
              <a:t>Agent</a:t>
            </a:r>
            <a:r>
              <a:rPr lang="ja-JP" altLang="en-US" dirty="0"/>
              <a:t>を導入</a:t>
            </a:r>
            <a:br>
              <a:rPr lang="en-US" altLang="ja-JP" dirty="0"/>
            </a:br>
            <a:endParaRPr kumimoji="1" lang="ja-JP" altLang="en-US" dirty="0"/>
          </a:p>
        </p:txBody>
      </p:sp>
      <p:sp>
        <p:nvSpPr>
          <p:cNvPr id="4" name="Slide Number Placeholder 3">
            <a:extLst>
              <a:ext uri="{FF2B5EF4-FFF2-40B4-BE49-F238E27FC236}">
                <a16:creationId xmlns:a16="http://schemas.microsoft.com/office/drawing/2014/main" id="{E1D1BB9D-4582-77F6-5475-AC8039BE42A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053D0D6D-C05B-5A0D-C333-404AEC08B866}"/>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Text Placeholder 5">
            <a:extLst>
              <a:ext uri="{FF2B5EF4-FFF2-40B4-BE49-F238E27FC236}">
                <a16:creationId xmlns:a16="http://schemas.microsoft.com/office/drawing/2014/main" id="{3C1BD884-82BC-30FF-622C-A31A4271B349}"/>
              </a:ext>
            </a:extLst>
          </p:cNvPr>
          <p:cNvSpPr>
            <a:spLocks noGrp="1"/>
          </p:cNvSpPr>
          <p:nvPr>
            <p:ph type="body" idx="13"/>
          </p:nvPr>
        </p:nvSpPr>
        <p:spPr/>
        <p:txBody>
          <a:bodyPr>
            <a:normAutofit fontScale="85000" lnSpcReduction="10000"/>
          </a:bodyPr>
          <a:lstStyle/>
          <a:p>
            <a:r>
              <a:rPr kumimoji="1" lang="en-US" altLang="ja-JP" dirty="0"/>
              <a:t>Microsoft Agent Framework</a:t>
            </a:r>
            <a:r>
              <a:rPr kumimoji="1" lang="ja-JP" altLang="en-US" dirty="0"/>
              <a:t>を用いた</a:t>
            </a:r>
          </a:p>
        </p:txBody>
      </p:sp>
      <p:pic>
        <p:nvPicPr>
          <p:cNvPr id="8" name="Content Placeholder 7">
            <a:extLst>
              <a:ext uri="{FF2B5EF4-FFF2-40B4-BE49-F238E27FC236}">
                <a16:creationId xmlns:a16="http://schemas.microsoft.com/office/drawing/2014/main" id="{FC2DEF7E-C714-81D4-9358-983254571EA6}"/>
              </a:ext>
            </a:extLst>
          </p:cNvPr>
          <p:cNvPicPr>
            <a:picLocks noGrp="1" noChangeAspect="1"/>
          </p:cNvPicPr>
          <p:nvPr>
            <p:ph idx="1"/>
          </p:nvPr>
        </p:nvPicPr>
        <p:blipFill>
          <a:blip r:embed="rId2"/>
          <a:stretch>
            <a:fillRect/>
          </a:stretch>
        </p:blipFill>
        <p:spPr>
          <a:xfrm>
            <a:off x="4378324" y="2329414"/>
            <a:ext cx="1714500" cy="1714500"/>
          </a:xfrm>
          <a:prstGeom prst="rect">
            <a:avLst/>
          </a:prstGeom>
        </p:spPr>
      </p:pic>
      <p:sp>
        <p:nvSpPr>
          <p:cNvPr id="9" name="TextBox 8">
            <a:extLst>
              <a:ext uri="{FF2B5EF4-FFF2-40B4-BE49-F238E27FC236}">
                <a16:creationId xmlns:a16="http://schemas.microsoft.com/office/drawing/2014/main" id="{0465B522-24D3-DE37-A5EC-450F215107B4}"/>
              </a:ext>
            </a:extLst>
          </p:cNvPr>
          <p:cNvSpPr txBox="1"/>
          <p:nvPr/>
        </p:nvSpPr>
        <p:spPr>
          <a:xfrm>
            <a:off x="2729484" y="3001998"/>
            <a:ext cx="914400" cy="369332"/>
          </a:xfrm>
          <a:prstGeom prst="rect">
            <a:avLst/>
          </a:prstGeom>
          <a:noFill/>
        </p:spPr>
        <p:txBody>
          <a:bodyPr wrap="square" rtlCol="0">
            <a:spAutoFit/>
          </a:bodyPr>
          <a:lstStyle/>
          <a:p>
            <a:r>
              <a:rPr kumimoji="1" lang="ja-JP" altLang="en-US" dirty="0"/>
              <a:t>質問</a:t>
            </a:r>
          </a:p>
        </p:txBody>
      </p:sp>
      <p:sp>
        <p:nvSpPr>
          <p:cNvPr id="11" name="Arrow: Right 10">
            <a:extLst>
              <a:ext uri="{FF2B5EF4-FFF2-40B4-BE49-F238E27FC236}">
                <a16:creationId xmlns:a16="http://schemas.microsoft.com/office/drawing/2014/main" id="{FD577ACC-F59F-53CA-37AE-D3FA1B961C96}"/>
              </a:ext>
            </a:extLst>
          </p:cNvPr>
          <p:cNvSpPr/>
          <p:nvPr/>
        </p:nvSpPr>
        <p:spPr>
          <a:xfrm>
            <a:off x="3547872" y="3001998"/>
            <a:ext cx="914400" cy="2441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Speech Bubble: Rectangle with Corners Rounded 11">
            <a:extLst>
              <a:ext uri="{FF2B5EF4-FFF2-40B4-BE49-F238E27FC236}">
                <a16:creationId xmlns:a16="http://schemas.microsoft.com/office/drawing/2014/main" id="{1A2EF2CA-1F8C-3E03-93B1-99946102F236}"/>
              </a:ext>
            </a:extLst>
          </p:cNvPr>
          <p:cNvSpPr/>
          <p:nvPr/>
        </p:nvSpPr>
        <p:spPr>
          <a:xfrm>
            <a:off x="4378324" y="4151376"/>
            <a:ext cx="1510412" cy="1225296"/>
          </a:xfrm>
          <a:prstGeom prst="wedgeRoundRectCallout">
            <a:avLst>
              <a:gd name="adj1" fmla="val 18353"/>
              <a:gd name="adj2" fmla="val -6361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どこに調べればいいでしょう</a:t>
            </a:r>
          </a:p>
        </p:txBody>
      </p:sp>
      <p:sp>
        <p:nvSpPr>
          <p:cNvPr id="13" name="Arrow: Right 12">
            <a:extLst>
              <a:ext uri="{FF2B5EF4-FFF2-40B4-BE49-F238E27FC236}">
                <a16:creationId xmlns:a16="http://schemas.microsoft.com/office/drawing/2014/main" id="{281DAE5E-CCD2-E8B9-8FF6-2FE134671618}"/>
              </a:ext>
            </a:extLst>
          </p:cNvPr>
          <p:cNvSpPr/>
          <p:nvPr/>
        </p:nvSpPr>
        <p:spPr>
          <a:xfrm rot="20576159">
            <a:off x="6114869" y="2751150"/>
            <a:ext cx="914400" cy="2441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Arrow: Right 13">
            <a:extLst>
              <a:ext uri="{FF2B5EF4-FFF2-40B4-BE49-F238E27FC236}">
                <a16:creationId xmlns:a16="http://schemas.microsoft.com/office/drawing/2014/main" id="{ABC263F0-DACB-5DB4-6E28-AAA88803C595}"/>
              </a:ext>
            </a:extLst>
          </p:cNvPr>
          <p:cNvSpPr/>
          <p:nvPr/>
        </p:nvSpPr>
        <p:spPr>
          <a:xfrm rot="1455167">
            <a:off x="6114418" y="3404860"/>
            <a:ext cx="914400" cy="2441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Speech Bubble: Rectangle with Corners Rounded 14">
            <a:extLst>
              <a:ext uri="{FF2B5EF4-FFF2-40B4-BE49-F238E27FC236}">
                <a16:creationId xmlns:a16="http://schemas.microsoft.com/office/drawing/2014/main" id="{304FA2AB-D0E0-4D2D-85FB-9B3FB8E26835}"/>
              </a:ext>
            </a:extLst>
          </p:cNvPr>
          <p:cNvSpPr/>
          <p:nvPr/>
        </p:nvSpPr>
        <p:spPr>
          <a:xfrm>
            <a:off x="7191628" y="2373375"/>
            <a:ext cx="2647316" cy="764381"/>
          </a:xfrm>
          <a:prstGeom prst="wedgeRoundRectCallout">
            <a:avLst>
              <a:gd name="adj1" fmla="val 19735"/>
              <a:gd name="adj2" fmla="val -408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顧客対応</a:t>
            </a:r>
            <a:r>
              <a:rPr kumimoji="1" lang="en-US" altLang="ja-JP" dirty="0"/>
              <a:t>QA</a:t>
            </a:r>
            <a:r>
              <a:rPr kumimoji="1" lang="ja-JP" altLang="en-US" dirty="0"/>
              <a:t>リスト</a:t>
            </a:r>
          </a:p>
        </p:txBody>
      </p:sp>
      <p:sp>
        <p:nvSpPr>
          <p:cNvPr id="16" name="Speech Bubble: Rectangle with Corners Rounded 15">
            <a:extLst>
              <a:ext uri="{FF2B5EF4-FFF2-40B4-BE49-F238E27FC236}">
                <a16:creationId xmlns:a16="http://schemas.microsoft.com/office/drawing/2014/main" id="{5A551FDE-E9CD-00A0-A220-4F0D690827EF}"/>
              </a:ext>
            </a:extLst>
          </p:cNvPr>
          <p:cNvSpPr/>
          <p:nvPr/>
        </p:nvSpPr>
        <p:spPr>
          <a:xfrm>
            <a:off x="7191628" y="3371330"/>
            <a:ext cx="2647316" cy="764381"/>
          </a:xfrm>
          <a:prstGeom prst="wedgeRoundRectCallout">
            <a:avLst>
              <a:gd name="adj1" fmla="val 18008"/>
              <a:gd name="adj2" fmla="val -4567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過去のエラーリスト</a:t>
            </a:r>
          </a:p>
        </p:txBody>
      </p:sp>
      <p:sp>
        <p:nvSpPr>
          <p:cNvPr id="17" name="Arrow: Right 16">
            <a:extLst>
              <a:ext uri="{FF2B5EF4-FFF2-40B4-BE49-F238E27FC236}">
                <a16:creationId xmlns:a16="http://schemas.microsoft.com/office/drawing/2014/main" id="{BABA4A47-926E-6946-D836-51A2E7A989E0}"/>
              </a:ext>
            </a:extLst>
          </p:cNvPr>
          <p:cNvSpPr/>
          <p:nvPr/>
        </p:nvSpPr>
        <p:spPr>
          <a:xfrm rot="2163748">
            <a:off x="6071612" y="4071759"/>
            <a:ext cx="914400" cy="2441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Speech Bubble: Rectangle with Corners Rounded 17">
            <a:extLst>
              <a:ext uri="{FF2B5EF4-FFF2-40B4-BE49-F238E27FC236}">
                <a16:creationId xmlns:a16="http://schemas.microsoft.com/office/drawing/2014/main" id="{2FAC3946-C420-C3C1-55D9-4A8144F72EF1}"/>
              </a:ext>
            </a:extLst>
          </p:cNvPr>
          <p:cNvSpPr/>
          <p:nvPr/>
        </p:nvSpPr>
        <p:spPr>
          <a:xfrm>
            <a:off x="7168888" y="4369285"/>
            <a:ext cx="2647316" cy="764381"/>
          </a:xfrm>
          <a:prstGeom prst="wedgeRoundRectCallout">
            <a:avLst>
              <a:gd name="adj1" fmla="val 18008"/>
              <a:gd name="adj2" fmla="val -4567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t>
            </a:r>
            <a:endParaRPr kumimoji="1" lang="ja-JP" altLang="en-US" dirty="0"/>
          </a:p>
        </p:txBody>
      </p:sp>
    </p:spTree>
    <p:extLst>
      <p:ext uri="{BB962C8B-B14F-4D97-AF65-F5344CB8AC3E}">
        <p14:creationId xmlns:p14="http://schemas.microsoft.com/office/powerpoint/2010/main" val="1397520433"/>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E5887-7038-5E73-D06B-A446D72842D4}"/>
              </a:ext>
            </a:extLst>
          </p:cNvPr>
          <p:cNvSpPr>
            <a:spLocks noGrp="1"/>
          </p:cNvSpPr>
          <p:nvPr>
            <p:ph type="title"/>
          </p:nvPr>
        </p:nvSpPr>
        <p:spPr/>
        <p:txBody>
          <a:bodyPr>
            <a:normAutofit fontScale="90000"/>
          </a:bodyPr>
          <a:lstStyle/>
          <a:p>
            <a:endParaRPr kumimoji="1" lang="ja-JP" altLang="en-US"/>
          </a:p>
        </p:txBody>
      </p:sp>
      <p:pic>
        <p:nvPicPr>
          <p:cNvPr id="8" name="Content Placeholder 7">
            <a:extLst>
              <a:ext uri="{FF2B5EF4-FFF2-40B4-BE49-F238E27FC236}">
                <a16:creationId xmlns:a16="http://schemas.microsoft.com/office/drawing/2014/main" id="{070A9C37-E855-1FC6-A0B7-96E93EF9050D}"/>
              </a:ext>
            </a:extLst>
          </p:cNvPr>
          <p:cNvPicPr>
            <a:picLocks noGrp="1" noChangeAspect="1"/>
          </p:cNvPicPr>
          <p:nvPr>
            <p:ph idx="1"/>
          </p:nvPr>
        </p:nvPicPr>
        <p:blipFill>
          <a:blip r:embed="rId2"/>
          <a:stretch>
            <a:fillRect/>
          </a:stretch>
        </p:blipFill>
        <p:spPr>
          <a:xfrm>
            <a:off x="74786" y="-39078"/>
            <a:ext cx="10515600" cy="3462122"/>
          </a:xfrm>
          <a:prstGeom prst="rect">
            <a:avLst/>
          </a:prstGeom>
        </p:spPr>
      </p:pic>
      <p:sp>
        <p:nvSpPr>
          <p:cNvPr id="4" name="Slide Number Placeholder 3">
            <a:extLst>
              <a:ext uri="{FF2B5EF4-FFF2-40B4-BE49-F238E27FC236}">
                <a16:creationId xmlns:a16="http://schemas.microsoft.com/office/drawing/2014/main" id="{EFCF2D66-5927-CE2C-545C-D0A0B552644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BFBB8034-9302-D4C3-41BB-BD273A30BB87}"/>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10" name="Picture 9">
            <a:extLst>
              <a:ext uri="{FF2B5EF4-FFF2-40B4-BE49-F238E27FC236}">
                <a16:creationId xmlns:a16="http://schemas.microsoft.com/office/drawing/2014/main" id="{3281ABB1-2122-7BFF-0046-ED9CB7DF8552}"/>
              </a:ext>
            </a:extLst>
          </p:cNvPr>
          <p:cNvPicPr>
            <a:picLocks noChangeAspect="1"/>
          </p:cNvPicPr>
          <p:nvPr/>
        </p:nvPicPr>
        <p:blipFill>
          <a:blip r:embed="rId3"/>
          <a:stretch>
            <a:fillRect/>
          </a:stretch>
        </p:blipFill>
        <p:spPr>
          <a:xfrm>
            <a:off x="-17927" y="3278739"/>
            <a:ext cx="10158984" cy="3353194"/>
          </a:xfrm>
          <a:prstGeom prst="rect">
            <a:avLst/>
          </a:prstGeom>
        </p:spPr>
      </p:pic>
      <p:sp>
        <p:nvSpPr>
          <p:cNvPr id="11" name="Rectangle 10">
            <a:extLst>
              <a:ext uri="{FF2B5EF4-FFF2-40B4-BE49-F238E27FC236}">
                <a16:creationId xmlns:a16="http://schemas.microsoft.com/office/drawing/2014/main" id="{2FE6DA38-F653-CE09-1268-256066844FBE}"/>
              </a:ext>
            </a:extLst>
          </p:cNvPr>
          <p:cNvSpPr/>
          <p:nvPr/>
        </p:nvSpPr>
        <p:spPr>
          <a:xfrm>
            <a:off x="320040" y="320040"/>
            <a:ext cx="4215384" cy="338328"/>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2" name="Rectangle 11">
            <a:extLst>
              <a:ext uri="{FF2B5EF4-FFF2-40B4-BE49-F238E27FC236}">
                <a16:creationId xmlns:a16="http://schemas.microsoft.com/office/drawing/2014/main" id="{27FC2C8B-644E-E713-9EE7-405B833041DD}"/>
              </a:ext>
            </a:extLst>
          </p:cNvPr>
          <p:cNvSpPr/>
          <p:nvPr/>
        </p:nvSpPr>
        <p:spPr>
          <a:xfrm>
            <a:off x="225552" y="3419836"/>
            <a:ext cx="8031480" cy="338328"/>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3" name="Speech Bubble: Rectangle with Corners Rounded 12">
            <a:extLst>
              <a:ext uri="{FF2B5EF4-FFF2-40B4-BE49-F238E27FC236}">
                <a16:creationId xmlns:a16="http://schemas.microsoft.com/office/drawing/2014/main" id="{A01ED565-2714-12BC-85BC-A76BC68736C3}"/>
              </a:ext>
            </a:extLst>
          </p:cNvPr>
          <p:cNvSpPr/>
          <p:nvPr/>
        </p:nvSpPr>
        <p:spPr>
          <a:xfrm>
            <a:off x="10863072" y="2473452"/>
            <a:ext cx="1399032" cy="2098548"/>
          </a:xfrm>
          <a:prstGeom prst="wedgeRoundRectCallout">
            <a:avLst>
              <a:gd name="adj1" fmla="val -230510"/>
              <a:gd name="adj2" fmla="val -329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質問に対してどこに検索にいくを判断できる</a:t>
            </a:r>
          </a:p>
        </p:txBody>
      </p:sp>
    </p:spTree>
    <p:extLst>
      <p:ext uri="{BB962C8B-B14F-4D97-AF65-F5344CB8AC3E}">
        <p14:creationId xmlns:p14="http://schemas.microsoft.com/office/powerpoint/2010/main" val="881678325"/>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1FCCA-29F0-1239-91BF-1965F3CDD1DA}"/>
              </a:ext>
            </a:extLst>
          </p:cNvPr>
          <p:cNvSpPr>
            <a:spLocks noGrp="1"/>
          </p:cNvSpPr>
          <p:nvPr>
            <p:ph type="title"/>
          </p:nvPr>
        </p:nvSpPr>
        <p:spPr/>
        <p:txBody>
          <a:bodyPr>
            <a:normAutofit fontScale="90000"/>
          </a:bodyPr>
          <a:lstStyle/>
          <a:p>
            <a:r>
              <a:rPr kumimoji="1" lang="en-US" altLang="ja-JP" dirty="0"/>
              <a:t>AI</a:t>
            </a:r>
            <a:r>
              <a:rPr kumimoji="1" lang="ja-JP" altLang="en-US" dirty="0"/>
              <a:t> </a:t>
            </a:r>
            <a:r>
              <a:rPr kumimoji="1" lang="en-US" altLang="ja-JP" dirty="0"/>
              <a:t>Agent</a:t>
            </a:r>
            <a:r>
              <a:rPr kumimoji="1" lang="ja-JP" altLang="en-US" dirty="0"/>
              <a:t>により自動テストの検討</a:t>
            </a:r>
          </a:p>
        </p:txBody>
      </p:sp>
      <p:sp>
        <p:nvSpPr>
          <p:cNvPr id="3" name="Content Placeholder 2">
            <a:extLst>
              <a:ext uri="{FF2B5EF4-FFF2-40B4-BE49-F238E27FC236}">
                <a16:creationId xmlns:a16="http://schemas.microsoft.com/office/drawing/2014/main" id="{CD9E3394-6F8F-2EC1-657F-38009F131AC3}"/>
              </a:ext>
            </a:extLst>
          </p:cNvPr>
          <p:cNvSpPr>
            <a:spLocks noGrp="1"/>
          </p:cNvSpPr>
          <p:nvPr>
            <p:ph idx="1"/>
          </p:nvPr>
        </p:nvSpPr>
        <p:spPr>
          <a:xfrm>
            <a:off x="838200" y="1202439"/>
            <a:ext cx="10515600" cy="4305298"/>
          </a:xfrm>
        </p:spPr>
        <p:txBody>
          <a:bodyPr/>
          <a:lstStyle/>
          <a:p>
            <a:endParaRPr kumimoji="1" lang="ja-JP" altLang="en-US" dirty="0"/>
          </a:p>
        </p:txBody>
      </p:sp>
      <p:sp>
        <p:nvSpPr>
          <p:cNvPr id="4" name="Slide Number Placeholder 3">
            <a:extLst>
              <a:ext uri="{FF2B5EF4-FFF2-40B4-BE49-F238E27FC236}">
                <a16:creationId xmlns:a16="http://schemas.microsoft.com/office/drawing/2014/main" id="{B1241E39-9E74-07CC-4509-83C2A9EB1F2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BFA9F90E-733C-F2CA-8B9F-2CBAB365AA81}"/>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3572452753"/>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20"/>
          </p:nvPr>
        </p:nvSpPr>
        <p:spPr/>
        <p:txBody>
          <a:bodyPr/>
          <a:lstStyle/>
          <a:p>
            <a:endParaRPr lang="ja-JP" altLang="en-US"/>
          </a:p>
        </p:txBody>
      </p:sp>
      <p:sp>
        <p:nvSpPr>
          <p:cNvPr id="3" name="テキスト プレースホルダー 2"/>
          <p:cNvSpPr>
            <a:spLocks noGrp="1"/>
          </p:cNvSpPr>
          <p:nvPr>
            <p:ph type="body" idx="14"/>
          </p:nvPr>
        </p:nvSpPr>
        <p:spPr>
          <a:xfrm>
            <a:off x="838200" y="2902604"/>
            <a:ext cx="10515600" cy="1431026"/>
          </a:xfrm>
        </p:spPr>
        <p:txBody>
          <a:bodyPr/>
          <a:lstStyle/>
          <a:p>
            <a:r>
              <a:rPr kumimoji="1" lang="ja-JP" altLang="en-US" dirty="0"/>
              <a:t>論文レビュー</a:t>
            </a:r>
            <a:endParaRPr kumimoji="1" lang="en-US" altLang="ja-JP" dirty="0"/>
          </a:p>
          <a:p>
            <a:r>
              <a:rPr lang="en-US" altLang="ja-JP" sz="2400" dirty="0"/>
              <a:t>2026/1/26</a:t>
            </a:r>
            <a:r>
              <a:rPr lang="ja-JP" altLang="en-US" sz="2400" dirty="0"/>
              <a:t>　</a:t>
            </a:r>
            <a:r>
              <a:rPr lang="en-US" altLang="zh-CN" sz="2400" dirty="0"/>
              <a:t>Bing</a:t>
            </a:r>
            <a:endParaRPr kumimoji="1" lang="en-US" altLang="ja-JP" sz="2400" dirty="0"/>
          </a:p>
          <a:p>
            <a:r>
              <a:rPr kumimoji="1" lang="en-US" altLang="ja-JP" sz="2000" dirty="0"/>
              <a:t>Neural network trained on synthetically generated crystals can extract structural information from ICSD powder X-ray diffractograms</a:t>
            </a:r>
          </a:p>
          <a:p>
            <a:r>
              <a:rPr lang="en-US" altLang="ja-JP" sz="2000" dirty="0"/>
              <a:t>H. </a:t>
            </a:r>
            <a:r>
              <a:rPr lang="en-US" altLang="ja-JP" sz="2000" dirty="0" err="1"/>
              <a:t>Schopmans</a:t>
            </a:r>
            <a:r>
              <a:rPr lang="en-US" altLang="ja-JP" sz="2000" dirty="0"/>
              <a:t>, P. Reiser, P. </a:t>
            </a:r>
            <a:r>
              <a:rPr lang="en-US" altLang="ja-JP" sz="2000" dirty="0" err="1"/>
              <a:t>Friederich</a:t>
            </a:r>
            <a:r>
              <a:rPr lang="en-US" altLang="ja-JP" sz="2000" dirty="0"/>
              <a:t>, arXiv:2303.11699</a:t>
            </a:r>
            <a:endParaRPr kumimoji="1" lang="en-US" altLang="ja-JP" sz="2000" dirty="0"/>
          </a:p>
        </p:txBody>
      </p:sp>
    </p:spTree>
    <p:extLst>
      <p:ext uri="{BB962C8B-B14F-4D97-AF65-F5344CB8AC3E}">
        <p14:creationId xmlns:p14="http://schemas.microsoft.com/office/powerpoint/2010/main" val="3399486629"/>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a:t>概要</a:t>
            </a:r>
          </a:p>
        </p:txBody>
      </p:sp>
      <p:sp>
        <p:nvSpPr>
          <p:cNvPr id="3" name="コンテンツ プレースホルダー 2"/>
          <p:cNvSpPr>
            <a:spLocks noGrp="1"/>
          </p:cNvSpPr>
          <p:nvPr>
            <p:ph idx="1"/>
          </p:nvPr>
        </p:nvSpPr>
        <p:spPr>
          <a:xfrm>
            <a:off x="509016" y="1028700"/>
            <a:ext cx="11506200" cy="5230367"/>
          </a:xfrm>
        </p:spPr>
        <p:txBody>
          <a:bodyPr>
            <a:normAutofit/>
          </a:bodyPr>
          <a:lstStyle/>
          <a:p>
            <a:pPr marL="0" indent="0">
              <a:buNone/>
            </a:pPr>
            <a:r>
              <a:rPr lang="en-US" altLang="ja-JP" sz="2000" dirty="0">
                <a:solidFill>
                  <a:schemeClr val="tx2"/>
                </a:solidFill>
              </a:rPr>
              <a:t>‣</a:t>
            </a:r>
            <a:r>
              <a:rPr lang="ja-JP" altLang="en-US" sz="2000" dirty="0">
                <a:solidFill>
                  <a:schemeClr val="tx2"/>
                </a:solidFill>
              </a:rPr>
              <a:t>機械学習を用いた粉末</a:t>
            </a:r>
            <a:r>
              <a:rPr lang="en-US" altLang="ja-JP" sz="2000" dirty="0">
                <a:solidFill>
                  <a:schemeClr val="tx2"/>
                </a:solidFill>
              </a:rPr>
              <a:t>XRD</a:t>
            </a:r>
            <a:r>
              <a:rPr lang="ja-JP" altLang="en-US" sz="2000" dirty="0">
                <a:solidFill>
                  <a:schemeClr val="tx2"/>
                </a:solidFill>
              </a:rPr>
              <a:t>プロファイルフィッティング⇒結晶構造</a:t>
            </a:r>
            <a:endParaRPr lang="en-US" altLang="ja-JP" sz="2000" dirty="0">
              <a:solidFill>
                <a:schemeClr val="tx2"/>
              </a:solidFill>
            </a:endParaRPr>
          </a:p>
          <a:p>
            <a:pPr marL="0" indent="0">
              <a:spcBef>
                <a:spcPts val="1800"/>
              </a:spcBef>
              <a:buNone/>
            </a:pPr>
            <a:r>
              <a:rPr lang="ja-JP" altLang="en-US" sz="2000" dirty="0">
                <a:solidFill>
                  <a:schemeClr val="tx2"/>
                </a:solidFill>
              </a:rPr>
              <a:t>　</a:t>
            </a:r>
            <a:r>
              <a:rPr lang="en-US" altLang="ja-JP" sz="2000" dirty="0">
                <a:solidFill>
                  <a:schemeClr val="tx2"/>
                </a:solidFill>
              </a:rPr>
              <a:t>‣</a:t>
            </a:r>
            <a:r>
              <a:rPr lang="ja-JP" altLang="en-US" sz="2000" dirty="0">
                <a:solidFill>
                  <a:schemeClr val="tx2"/>
                </a:solidFill>
              </a:rPr>
              <a:t>目的：</a:t>
            </a:r>
            <a:r>
              <a:rPr lang="en-US" altLang="ja-JP" sz="2000" dirty="0">
                <a:solidFill>
                  <a:schemeClr val="tx2"/>
                </a:solidFill>
              </a:rPr>
              <a:t>predict atomic structures directly from X-ray</a:t>
            </a:r>
            <a:r>
              <a:rPr lang="ja-JP" altLang="en-US" sz="2000" dirty="0">
                <a:solidFill>
                  <a:schemeClr val="tx2"/>
                </a:solidFill>
              </a:rPr>
              <a:t> </a:t>
            </a:r>
            <a:r>
              <a:rPr lang="en-US" altLang="ja-JP" sz="2000" dirty="0">
                <a:solidFill>
                  <a:schemeClr val="tx2"/>
                </a:solidFill>
              </a:rPr>
              <a:t>diffraction (XRD) patterns.</a:t>
            </a:r>
          </a:p>
          <a:p>
            <a:pPr marL="0" indent="0">
              <a:spcBef>
                <a:spcPts val="1800"/>
              </a:spcBef>
              <a:buNone/>
            </a:pPr>
            <a:r>
              <a:rPr lang="ja-JP" altLang="en-US" sz="2000" dirty="0">
                <a:solidFill>
                  <a:schemeClr val="tx2"/>
                </a:solidFill>
              </a:rPr>
              <a:t>　</a:t>
            </a:r>
            <a:r>
              <a:rPr lang="en-US" altLang="ja-JP" sz="2000" dirty="0">
                <a:solidFill>
                  <a:schemeClr val="tx2"/>
                </a:solidFill>
              </a:rPr>
              <a:t>‣</a:t>
            </a:r>
            <a:r>
              <a:rPr lang="ja-JP" altLang="en-US" sz="2000" dirty="0">
                <a:solidFill>
                  <a:schemeClr val="tx2"/>
                </a:solidFill>
              </a:rPr>
              <a:t>従来研究：</a:t>
            </a:r>
            <a:r>
              <a:rPr lang="en-US" altLang="ja-JP" sz="2000" dirty="0">
                <a:solidFill>
                  <a:schemeClr val="tx2"/>
                </a:solidFill>
              </a:rPr>
              <a:t>CNN</a:t>
            </a:r>
            <a:r>
              <a:rPr lang="ja-JP" altLang="en-US" sz="2000" dirty="0">
                <a:solidFill>
                  <a:schemeClr val="tx2"/>
                </a:solidFill>
              </a:rPr>
              <a:t>、</a:t>
            </a:r>
            <a:r>
              <a:rPr lang="en-US" altLang="ja-JP" sz="2000" dirty="0">
                <a:solidFill>
                  <a:schemeClr val="tx2"/>
                </a:solidFill>
              </a:rPr>
              <a:t>VAE</a:t>
            </a:r>
            <a:r>
              <a:rPr lang="ja-JP" altLang="en-US" sz="2000" dirty="0">
                <a:solidFill>
                  <a:schemeClr val="tx2"/>
                </a:solidFill>
              </a:rPr>
              <a:t>、</a:t>
            </a:r>
            <a:r>
              <a:rPr lang="en-US" altLang="ja-JP" sz="2000" dirty="0">
                <a:solidFill>
                  <a:schemeClr val="tx2"/>
                </a:solidFill>
              </a:rPr>
              <a:t>GANS</a:t>
            </a:r>
            <a:r>
              <a:rPr lang="ja-JP" altLang="en-US" sz="2000" dirty="0">
                <a:solidFill>
                  <a:schemeClr val="tx2"/>
                </a:solidFill>
              </a:rPr>
              <a:t>などを用いた空間群決定、結晶構造生成⇒簡単な結晶構造だけできる</a:t>
            </a:r>
            <a:endParaRPr lang="en-US" altLang="ja-JP" sz="2000" dirty="0">
              <a:solidFill>
                <a:schemeClr val="tx2"/>
              </a:solidFill>
            </a:endParaRPr>
          </a:p>
          <a:p>
            <a:pPr marL="0" indent="0">
              <a:spcBef>
                <a:spcPts val="1800"/>
              </a:spcBef>
              <a:buNone/>
            </a:pPr>
            <a:r>
              <a:rPr lang="ja-JP" altLang="en-US" sz="2000" dirty="0">
                <a:solidFill>
                  <a:schemeClr val="tx2"/>
                </a:solidFill>
              </a:rPr>
              <a:t>　</a:t>
            </a:r>
            <a:r>
              <a:rPr lang="en-US" altLang="ja-JP" sz="2000" dirty="0">
                <a:solidFill>
                  <a:schemeClr val="tx2"/>
                </a:solidFill>
              </a:rPr>
              <a:t>‣</a:t>
            </a:r>
            <a:r>
              <a:rPr lang="ja-JP" altLang="en-US" sz="2000" dirty="0">
                <a:solidFill>
                  <a:schemeClr val="tx2"/>
                </a:solidFill>
              </a:rPr>
              <a:t>提案方法</a:t>
            </a:r>
            <a:r>
              <a:rPr lang="ja-JP" altLang="en-US" sz="2000" dirty="0">
                <a:solidFill>
                  <a:schemeClr val="tx2"/>
                </a:solidFill>
                <a:sym typeface="Wingdings" panose="05000000000000000000" pitchFamily="2" charset="2"/>
              </a:rPr>
              <a:t>：</a:t>
            </a:r>
            <a:r>
              <a:rPr lang="en-US" altLang="ja-JP" sz="2000" dirty="0">
                <a:solidFill>
                  <a:schemeClr val="tx2"/>
                </a:solidFill>
                <a:sym typeface="Wingdings" panose="05000000000000000000" pitchFamily="2" charset="2"/>
              </a:rPr>
              <a:t>GPT</a:t>
            </a:r>
            <a:r>
              <a:rPr lang="ja-JP" altLang="en-US" sz="2000" dirty="0">
                <a:solidFill>
                  <a:schemeClr val="tx2"/>
                </a:solidFill>
                <a:sym typeface="Wingdings" panose="05000000000000000000" pitchFamily="2" charset="2"/>
              </a:rPr>
              <a:t>のような、</a:t>
            </a:r>
            <a:r>
              <a:rPr lang="en-US" altLang="ja-JP" sz="2000" dirty="0">
                <a:solidFill>
                  <a:schemeClr val="tx2"/>
                </a:solidFill>
                <a:sym typeface="Wingdings" panose="05000000000000000000" pitchFamily="2" charset="2"/>
              </a:rPr>
              <a:t>XRD</a:t>
            </a:r>
            <a:r>
              <a:rPr lang="ja-JP" altLang="en-US" sz="2000" dirty="0">
                <a:solidFill>
                  <a:schemeClr val="tx2"/>
                </a:solidFill>
                <a:sym typeface="Wingdings" panose="05000000000000000000" pitchFamily="2" charset="2"/>
              </a:rPr>
              <a:t>プロファイル情報を</a:t>
            </a:r>
            <a:r>
              <a:rPr lang="en-US" altLang="ja-JP" sz="2000" dirty="0">
                <a:solidFill>
                  <a:schemeClr val="tx2"/>
                </a:solidFill>
                <a:sym typeface="Wingdings" panose="05000000000000000000" pitchFamily="2" charset="2"/>
              </a:rPr>
              <a:t>Token</a:t>
            </a:r>
            <a:r>
              <a:rPr lang="ja-JP" altLang="en-US" sz="2000" dirty="0">
                <a:solidFill>
                  <a:schemeClr val="tx2"/>
                </a:solidFill>
                <a:sym typeface="Wingdings" panose="05000000000000000000" pitchFamily="2" charset="2"/>
              </a:rPr>
              <a:t>に見なし、</a:t>
            </a:r>
            <a:endParaRPr lang="en-US" altLang="ja-JP" sz="2000" dirty="0">
              <a:solidFill>
                <a:schemeClr val="tx2"/>
              </a:solidFill>
            </a:endParaRPr>
          </a:p>
          <a:p>
            <a:pPr marL="0" indent="0">
              <a:buNone/>
            </a:pPr>
            <a:r>
              <a:rPr lang="ja-JP" altLang="en-US" sz="2000" dirty="0">
                <a:solidFill>
                  <a:schemeClr val="tx2"/>
                </a:solidFill>
              </a:rPr>
              <a:t>　</a:t>
            </a:r>
            <a:endParaRPr lang="en-US" altLang="ja-JP" sz="2000" dirty="0">
              <a:solidFill>
                <a:schemeClr val="tx2"/>
              </a:solidFill>
            </a:endParaRPr>
          </a:p>
        </p:txBody>
      </p:sp>
      <p:sp>
        <p:nvSpPr>
          <p:cNvPr id="4" name="スライド番号プレースホルダー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3593733492"/>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462EC-FABF-47D8-2963-EE11A6C98EC2}"/>
              </a:ext>
            </a:extLst>
          </p:cNvPr>
          <p:cNvSpPr>
            <a:spLocks noGrp="1"/>
          </p:cNvSpPr>
          <p:nvPr>
            <p:ph type="title"/>
          </p:nvPr>
        </p:nvSpPr>
        <p:spPr/>
        <p:txBody>
          <a:bodyPr>
            <a:normAutofit fontScale="90000"/>
          </a:bodyPr>
          <a:lstStyle/>
          <a:p>
            <a:endParaRPr kumimoji="1" lang="ja-JP" altLang="en-US"/>
          </a:p>
        </p:txBody>
      </p:sp>
      <p:sp>
        <p:nvSpPr>
          <p:cNvPr id="3" name="Content Placeholder 2">
            <a:extLst>
              <a:ext uri="{FF2B5EF4-FFF2-40B4-BE49-F238E27FC236}">
                <a16:creationId xmlns:a16="http://schemas.microsoft.com/office/drawing/2014/main" id="{A3FD2210-C4F7-8118-609C-8B4FF19F91E1}"/>
              </a:ext>
            </a:extLst>
          </p:cNvPr>
          <p:cNvSpPr>
            <a:spLocks noGrp="1"/>
          </p:cNvSpPr>
          <p:nvPr>
            <p:ph idx="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2FCF2B0D-39B7-2D72-9315-AECE8154D7D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FE5D95AB-D331-312B-A481-AFF799E49BEC}"/>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Text Placeholder 5">
            <a:extLst>
              <a:ext uri="{FF2B5EF4-FFF2-40B4-BE49-F238E27FC236}">
                <a16:creationId xmlns:a16="http://schemas.microsoft.com/office/drawing/2014/main" id="{F9B25776-CCE4-4961-2466-E7D22BECBC0A}"/>
              </a:ext>
            </a:extLst>
          </p:cNvPr>
          <p:cNvSpPr>
            <a:spLocks noGrp="1"/>
          </p:cNvSpPr>
          <p:nvPr>
            <p:ph type="body" idx="13"/>
          </p:nvPr>
        </p:nvSpPr>
        <p:spPr/>
        <p:txBody>
          <a:bodyPr>
            <a:normAutofit fontScale="85000" lnSpcReduction="10000"/>
          </a:bodyPr>
          <a:lstStyle/>
          <a:p>
            <a:endParaRPr kumimoji="1" lang="ja-JP" altLang="en-US"/>
          </a:p>
        </p:txBody>
      </p:sp>
    </p:spTree>
    <p:extLst>
      <p:ext uri="{BB962C8B-B14F-4D97-AF65-F5344CB8AC3E}">
        <p14:creationId xmlns:p14="http://schemas.microsoft.com/office/powerpoint/2010/main" val="1089024347"/>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3600" dirty="0"/>
              <a:t>学習</a:t>
            </a:r>
            <a:endParaRPr kumimoji="1" lang="ja-JP" altLang="en-US" sz="3600" dirty="0"/>
          </a:p>
        </p:txBody>
      </p:sp>
      <p:sp>
        <p:nvSpPr>
          <p:cNvPr id="3" name="コンテンツ プレースホルダー 2"/>
          <p:cNvSpPr>
            <a:spLocks noGrp="1"/>
          </p:cNvSpPr>
          <p:nvPr>
            <p:ph idx="1"/>
          </p:nvPr>
        </p:nvSpPr>
        <p:spPr>
          <a:xfrm>
            <a:off x="838200" y="1088136"/>
            <a:ext cx="10515600" cy="5230367"/>
          </a:xfrm>
        </p:spPr>
        <p:txBody>
          <a:bodyPr>
            <a:normAutofit/>
          </a:bodyPr>
          <a:lstStyle/>
          <a:p>
            <a:pPr marL="0" indent="0">
              <a:buNone/>
            </a:pPr>
            <a:r>
              <a:rPr lang="en-US" altLang="ja-JP" sz="2000" dirty="0">
                <a:solidFill>
                  <a:schemeClr val="tx2"/>
                </a:solidFill>
              </a:rPr>
              <a:t>‣</a:t>
            </a:r>
            <a:r>
              <a:rPr lang="ja-JP" altLang="en-US" sz="2000" dirty="0">
                <a:solidFill>
                  <a:schemeClr val="tx2"/>
                </a:solidFill>
              </a:rPr>
              <a:t>学習データ生成</a:t>
            </a:r>
            <a:endParaRPr lang="en-US" altLang="ja-JP" sz="2000" dirty="0">
              <a:solidFill>
                <a:schemeClr val="tx2"/>
              </a:solidFill>
            </a:endParaRPr>
          </a:p>
          <a:p>
            <a:pPr marL="0" indent="0">
              <a:spcBef>
                <a:spcPts val="1800"/>
              </a:spcBef>
              <a:buNone/>
            </a:pPr>
            <a:r>
              <a:rPr lang="ja-JP" altLang="en-US" sz="2000" dirty="0">
                <a:solidFill>
                  <a:schemeClr val="tx2"/>
                </a:solidFill>
              </a:rPr>
              <a:t>　　</a:t>
            </a:r>
            <a:r>
              <a:rPr lang="en-US" altLang="ja-JP" sz="2000" dirty="0">
                <a:solidFill>
                  <a:schemeClr val="tx2"/>
                </a:solidFill>
              </a:rPr>
              <a:t>1.</a:t>
            </a:r>
            <a:r>
              <a:rPr lang="ja-JP" altLang="en-US" sz="2000" dirty="0">
                <a:solidFill>
                  <a:schemeClr val="tx2"/>
                </a:solidFill>
              </a:rPr>
              <a:t> 空間群をランダムに選ぶ</a:t>
            </a:r>
            <a:endParaRPr lang="en-US" altLang="ja-JP" sz="2000" dirty="0">
              <a:solidFill>
                <a:schemeClr val="tx2"/>
              </a:solidFill>
            </a:endParaRPr>
          </a:p>
          <a:p>
            <a:pPr marL="0" indent="0">
              <a:buNone/>
            </a:pPr>
            <a:r>
              <a:rPr lang="ja-JP" altLang="en-US" sz="2000" dirty="0">
                <a:solidFill>
                  <a:schemeClr val="tx2"/>
                </a:solidFill>
              </a:rPr>
              <a:t>　　</a:t>
            </a:r>
            <a:r>
              <a:rPr lang="en-US" altLang="ja-JP" sz="2000" dirty="0">
                <a:solidFill>
                  <a:schemeClr val="tx2"/>
                </a:solidFill>
              </a:rPr>
              <a:t>2. </a:t>
            </a:r>
            <a:r>
              <a:rPr lang="ja-JP" altLang="en-US" sz="2000" dirty="0">
                <a:solidFill>
                  <a:schemeClr val="tx2"/>
                </a:solidFill>
              </a:rPr>
              <a:t>非対称単位中の原子の種類・数を決める</a:t>
            </a:r>
            <a:endParaRPr lang="en-US" altLang="ja-JP" sz="2000" dirty="0">
              <a:solidFill>
                <a:schemeClr val="tx2"/>
              </a:solidFill>
            </a:endParaRPr>
          </a:p>
          <a:p>
            <a:pPr marL="0" indent="0">
              <a:buNone/>
            </a:pPr>
            <a:r>
              <a:rPr lang="ja-JP" altLang="en-US" sz="2000" dirty="0">
                <a:solidFill>
                  <a:schemeClr val="tx2"/>
                </a:solidFill>
              </a:rPr>
              <a:t>　　</a:t>
            </a:r>
            <a:r>
              <a:rPr lang="en-US" altLang="ja-JP" sz="2000" dirty="0">
                <a:solidFill>
                  <a:schemeClr val="tx2"/>
                </a:solidFill>
              </a:rPr>
              <a:t>3. </a:t>
            </a:r>
            <a:r>
              <a:rPr lang="ja-JP" altLang="en-US" sz="2000" dirty="0">
                <a:solidFill>
                  <a:schemeClr val="tx2"/>
                </a:solidFill>
              </a:rPr>
              <a:t>原子を</a:t>
            </a:r>
            <a:r>
              <a:rPr lang="en-US" altLang="ja-JP" sz="2000" dirty="0">
                <a:solidFill>
                  <a:schemeClr val="tx2"/>
                </a:solidFill>
              </a:rPr>
              <a:t>Wyckoff</a:t>
            </a:r>
            <a:r>
              <a:rPr lang="ja-JP" altLang="en-US" sz="2000" dirty="0">
                <a:solidFill>
                  <a:schemeClr val="tx2"/>
                </a:solidFill>
              </a:rPr>
              <a:t>位置に配置する</a:t>
            </a:r>
            <a:endParaRPr lang="en-US" altLang="ja-JP" sz="2000" dirty="0">
              <a:solidFill>
                <a:schemeClr val="tx2"/>
              </a:solidFill>
            </a:endParaRPr>
          </a:p>
          <a:p>
            <a:pPr marL="0" indent="0">
              <a:buNone/>
            </a:pPr>
            <a:r>
              <a:rPr lang="ja-JP" altLang="en-US" sz="2000" dirty="0">
                <a:solidFill>
                  <a:schemeClr val="tx2"/>
                </a:solidFill>
              </a:rPr>
              <a:t>　　</a:t>
            </a:r>
            <a:r>
              <a:rPr lang="en-US" altLang="ja-JP" sz="2000" dirty="0">
                <a:solidFill>
                  <a:schemeClr val="tx2"/>
                </a:solidFill>
              </a:rPr>
              <a:t>4. </a:t>
            </a:r>
            <a:r>
              <a:rPr lang="ja-JP" altLang="en-US" sz="2000" dirty="0">
                <a:solidFill>
                  <a:schemeClr val="tx2"/>
                </a:solidFill>
              </a:rPr>
              <a:t>格子定数を</a:t>
            </a:r>
            <a:r>
              <a:rPr lang="en-US" altLang="ja-JP" sz="2000" dirty="0">
                <a:solidFill>
                  <a:schemeClr val="tx2"/>
                </a:solidFill>
              </a:rPr>
              <a:t>ICSD</a:t>
            </a:r>
            <a:r>
              <a:rPr lang="ja-JP" altLang="en-US" sz="2000" dirty="0">
                <a:solidFill>
                  <a:schemeClr val="tx2"/>
                </a:solidFill>
              </a:rPr>
              <a:t>に基づくカーネル密度推定で決める</a:t>
            </a:r>
            <a:endParaRPr lang="en-US" altLang="ja-JP" sz="2000" dirty="0">
              <a:solidFill>
                <a:schemeClr val="tx2"/>
              </a:solidFill>
            </a:endParaRPr>
          </a:p>
          <a:p>
            <a:pPr marL="0" indent="0">
              <a:buNone/>
            </a:pPr>
            <a:r>
              <a:rPr lang="ja-JP" altLang="en-US" sz="2000" dirty="0">
                <a:solidFill>
                  <a:schemeClr val="tx2"/>
                </a:solidFill>
              </a:rPr>
              <a:t>　　</a:t>
            </a:r>
            <a:r>
              <a:rPr lang="en-US" altLang="ja-JP" sz="2000" dirty="0">
                <a:solidFill>
                  <a:schemeClr val="tx2"/>
                </a:solidFill>
              </a:rPr>
              <a:t>5. </a:t>
            </a:r>
            <a:r>
              <a:rPr lang="ja-JP" altLang="en-US" sz="2000" dirty="0">
                <a:solidFill>
                  <a:schemeClr val="tx2"/>
                </a:solidFill>
              </a:rPr>
              <a:t>対称操作により単位格子を得る</a:t>
            </a:r>
            <a:endParaRPr lang="en-US" altLang="ja-JP" sz="2000" dirty="0">
              <a:solidFill>
                <a:schemeClr val="tx2"/>
              </a:solidFill>
            </a:endParaRPr>
          </a:p>
          <a:p>
            <a:pPr marL="0" indent="0">
              <a:spcBef>
                <a:spcPts val="1800"/>
              </a:spcBef>
              <a:buNone/>
            </a:pPr>
            <a:r>
              <a:rPr lang="ja-JP" altLang="en-US" sz="2000" dirty="0">
                <a:solidFill>
                  <a:schemeClr val="tx2"/>
                </a:solidFill>
              </a:rPr>
              <a:t>　・</a:t>
            </a:r>
            <a:r>
              <a:rPr lang="en-US" altLang="ja-JP" sz="2000" dirty="0">
                <a:solidFill>
                  <a:schemeClr val="tx2"/>
                </a:solidFill>
              </a:rPr>
              <a:t>2, 3</a:t>
            </a:r>
            <a:r>
              <a:rPr lang="ja-JP" altLang="en-US" sz="2000" dirty="0">
                <a:solidFill>
                  <a:schemeClr val="tx2"/>
                </a:solidFill>
              </a:rPr>
              <a:t>は、</a:t>
            </a:r>
            <a:r>
              <a:rPr lang="en-US" altLang="ja-JP" sz="2000" dirty="0">
                <a:solidFill>
                  <a:schemeClr val="tx2"/>
                </a:solidFill>
              </a:rPr>
              <a:t>ICSD</a:t>
            </a:r>
            <a:r>
              <a:rPr lang="ja-JP" altLang="en-US" sz="2000" dirty="0">
                <a:solidFill>
                  <a:schemeClr val="tx2"/>
                </a:solidFill>
              </a:rPr>
              <a:t>に含まれる結晶の分布に従って、ランダムに選択する</a:t>
            </a:r>
            <a:endParaRPr lang="en-US" altLang="ja-JP" sz="2000" dirty="0">
              <a:solidFill>
                <a:schemeClr val="tx2"/>
              </a:solidFill>
            </a:endParaRPr>
          </a:p>
          <a:p>
            <a:pPr marL="0" indent="0">
              <a:buNone/>
            </a:pPr>
            <a:r>
              <a:rPr lang="ja-JP" altLang="en-US" sz="2000" dirty="0">
                <a:solidFill>
                  <a:schemeClr val="tx2"/>
                </a:solidFill>
              </a:rPr>
              <a:t>　・制限は、自由度０の</a:t>
            </a:r>
            <a:r>
              <a:rPr lang="en-US" altLang="ja-JP" sz="2000" dirty="0">
                <a:solidFill>
                  <a:schemeClr val="tx2"/>
                </a:solidFill>
              </a:rPr>
              <a:t>Wyckoff</a:t>
            </a:r>
            <a:r>
              <a:rPr lang="ja-JP" altLang="en-US" sz="2000" dirty="0">
                <a:solidFill>
                  <a:schemeClr val="tx2"/>
                </a:solidFill>
              </a:rPr>
              <a:t>位置に複数の原子を置かないことのみ</a:t>
            </a:r>
            <a:endParaRPr lang="en-US" altLang="ja-JP" sz="2000" dirty="0">
              <a:solidFill>
                <a:schemeClr val="tx2"/>
              </a:solidFill>
            </a:endParaRPr>
          </a:p>
          <a:p>
            <a:pPr marL="0" indent="0">
              <a:buNone/>
            </a:pPr>
            <a:r>
              <a:rPr lang="ja-JP" altLang="en-US" sz="2000" dirty="0">
                <a:solidFill>
                  <a:schemeClr val="tx2"/>
                </a:solidFill>
              </a:rPr>
              <a:t>　・</a:t>
            </a:r>
            <a:r>
              <a:rPr lang="ja-JP" altLang="en-US" sz="2000" b="1" dirty="0">
                <a:solidFill>
                  <a:schemeClr val="tx2"/>
                </a:solidFill>
              </a:rPr>
              <a:t>構造の安定性、原子の衝突などは考慮しない</a:t>
            </a:r>
            <a:endParaRPr lang="en-US" altLang="ja-JP" sz="2000" b="1" dirty="0">
              <a:solidFill>
                <a:schemeClr val="tx2"/>
              </a:solidFill>
            </a:endParaRPr>
          </a:p>
        </p:txBody>
      </p:sp>
      <p:sp>
        <p:nvSpPr>
          <p:cNvPr id="4" name="スライド番号プレースホルダー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3599340794"/>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3600" dirty="0"/>
              <a:t>学習</a:t>
            </a:r>
            <a:endParaRPr kumimoji="1" lang="ja-JP" altLang="en-US" sz="3600" dirty="0"/>
          </a:p>
        </p:txBody>
      </p:sp>
      <p:sp>
        <p:nvSpPr>
          <p:cNvPr id="3" name="コンテンツ プレースホルダー 2"/>
          <p:cNvSpPr>
            <a:spLocks noGrp="1"/>
          </p:cNvSpPr>
          <p:nvPr>
            <p:ph idx="1"/>
          </p:nvPr>
        </p:nvSpPr>
        <p:spPr>
          <a:xfrm>
            <a:off x="838200" y="1088136"/>
            <a:ext cx="10515600" cy="5230367"/>
          </a:xfrm>
        </p:spPr>
        <p:txBody>
          <a:bodyPr>
            <a:normAutofit/>
          </a:bodyPr>
          <a:lstStyle/>
          <a:p>
            <a:pPr marL="0" indent="0">
              <a:buNone/>
            </a:pPr>
            <a:r>
              <a:rPr lang="en-US" altLang="ja-JP" sz="2000" dirty="0">
                <a:solidFill>
                  <a:schemeClr val="tx2"/>
                </a:solidFill>
              </a:rPr>
              <a:t>‣</a:t>
            </a:r>
            <a:r>
              <a:rPr lang="ja-JP" altLang="en-US" sz="2000" dirty="0">
                <a:solidFill>
                  <a:schemeClr val="tx2"/>
                </a:solidFill>
              </a:rPr>
              <a:t>学習データは動的に生成する</a:t>
            </a:r>
            <a:endParaRPr lang="en-US" altLang="ja-JP" sz="2000" dirty="0">
              <a:solidFill>
                <a:schemeClr val="tx2"/>
              </a:solidFill>
            </a:endParaRPr>
          </a:p>
          <a:p>
            <a:pPr marL="0" indent="0">
              <a:buNone/>
            </a:pPr>
            <a:endParaRPr lang="en-US" altLang="ja-JP" sz="2000" dirty="0">
              <a:solidFill>
                <a:schemeClr val="tx2"/>
              </a:solidFill>
            </a:endParaRPr>
          </a:p>
          <a:p>
            <a:pPr marL="0" indent="0">
              <a:buNone/>
            </a:pPr>
            <a:r>
              <a:rPr lang="en-US" altLang="ja-JP" sz="2000" dirty="0">
                <a:solidFill>
                  <a:schemeClr val="tx2"/>
                </a:solidFill>
              </a:rPr>
              <a:t>‣</a:t>
            </a:r>
            <a:r>
              <a:rPr lang="ja-JP" altLang="en-US" sz="2000" dirty="0">
                <a:solidFill>
                  <a:schemeClr val="tx2"/>
                </a:solidFill>
              </a:rPr>
              <a:t>学習</a:t>
            </a:r>
            <a:r>
              <a:rPr lang="en-US" altLang="ja-JP" sz="2000" dirty="0">
                <a:solidFill>
                  <a:schemeClr val="tx2"/>
                </a:solidFill>
              </a:rPr>
              <a:t>/</a:t>
            </a:r>
            <a:r>
              <a:rPr lang="ja-JP" altLang="en-US" sz="2000" dirty="0">
                <a:solidFill>
                  <a:schemeClr val="tx2"/>
                </a:solidFill>
              </a:rPr>
              <a:t>テストデータの分割</a:t>
            </a:r>
            <a:endParaRPr lang="en-US" altLang="ja-JP" sz="2000" dirty="0">
              <a:solidFill>
                <a:schemeClr val="tx2"/>
              </a:solidFill>
            </a:endParaRPr>
          </a:p>
          <a:p>
            <a:pPr marL="0" indent="0">
              <a:buNone/>
            </a:pPr>
            <a:r>
              <a:rPr lang="ja-JP" altLang="en-US" sz="2000" dirty="0">
                <a:solidFill>
                  <a:schemeClr val="tx2"/>
                </a:solidFill>
              </a:rPr>
              <a:t>　</a:t>
            </a:r>
            <a:r>
              <a:rPr lang="en-US" altLang="ja-JP" sz="2000" dirty="0">
                <a:solidFill>
                  <a:schemeClr val="tx2"/>
                </a:solidFill>
              </a:rPr>
              <a:t>…</a:t>
            </a:r>
            <a:r>
              <a:rPr lang="ja-JP" altLang="en-US" sz="2000" dirty="0">
                <a:solidFill>
                  <a:schemeClr val="tx2"/>
                </a:solidFill>
              </a:rPr>
              <a:t>　</a:t>
            </a:r>
            <a:r>
              <a:rPr lang="en-US" altLang="ja-JP" sz="2000" dirty="0">
                <a:solidFill>
                  <a:schemeClr val="tx2"/>
                </a:solidFill>
              </a:rPr>
              <a:t>ICSD</a:t>
            </a:r>
            <a:r>
              <a:rPr lang="ja-JP" altLang="en-US" sz="2000" dirty="0">
                <a:solidFill>
                  <a:schemeClr val="tx2"/>
                </a:solidFill>
              </a:rPr>
              <a:t>には似た構造の結晶が多く登録されているため、</a:t>
            </a:r>
            <a:endParaRPr lang="en-US" altLang="ja-JP" sz="2000" dirty="0">
              <a:solidFill>
                <a:schemeClr val="tx2"/>
              </a:solidFill>
            </a:endParaRPr>
          </a:p>
          <a:p>
            <a:pPr marL="0" indent="0">
              <a:buNone/>
            </a:pPr>
            <a:r>
              <a:rPr lang="ja-JP" altLang="en-US" sz="2000" dirty="0">
                <a:solidFill>
                  <a:schemeClr val="tx2"/>
                </a:solidFill>
              </a:rPr>
              <a:t>　　　ランダムに学習</a:t>
            </a:r>
            <a:r>
              <a:rPr lang="en-US" altLang="ja-JP" sz="2000" dirty="0">
                <a:solidFill>
                  <a:schemeClr val="tx2"/>
                </a:solidFill>
              </a:rPr>
              <a:t>/</a:t>
            </a:r>
            <a:r>
              <a:rPr lang="ja-JP" altLang="en-US" sz="2000" dirty="0">
                <a:solidFill>
                  <a:schemeClr val="tx2"/>
                </a:solidFill>
              </a:rPr>
              <a:t>テストデータを分割した場合は、</a:t>
            </a:r>
            <a:endParaRPr lang="en-US" altLang="ja-JP" sz="2000" dirty="0">
              <a:solidFill>
                <a:schemeClr val="tx2"/>
              </a:solidFill>
            </a:endParaRPr>
          </a:p>
          <a:p>
            <a:pPr marL="0" indent="0">
              <a:buNone/>
            </a:pPr>
            <a:r>
              <a:rPr lang="ja-JP" altLang="en-US" sz="2000" dirty="0">
                <a:solidFill>
                  <a:schemeClr val="tx2"/>
                </a:solidFill>
              </a:rPr>
              <a:t>　　　未知の結晶に対する分類性能を正しく評価できない</a:t>
            </a:r>
            <a:endParaRPr lang="en-US" altLang="ja-JP" sz="2000" dirty="0">
              <a:solidFill>
                <a:schemeClr val="tx2"/>
              </a:solidFill>
            </a:endParaRPr>
          </a:p>
          <a:p>
            <a:pPr marL="0" indent="0">
              <a:buNone/>
            </a:pPr>
            <a:r>
              <a:rPr lang="ja-JP" altLang="en-US" sz="2000" dirty="0">
                <a:solidFill>
                  <a:schemeClr val="tx2"/>
                </a:solidFill>
              </a:rPr>
              <a:t>　　　→　</a:t>
            </a:r>
            <a:r>
              <a:rPr lang="en-US" altLang="ja-JP" sz="2000" dirty="0">
                <a:solidFill>
                  <a:schemeClr val="tx2"/>
                </a:solidFill>
              </a:rPr>
              <a:t>Structure type</a:t>
            </a:r>
            <a:r>
              <a:rPr lang="ja-JP" altLang="en-US" sz="2000" dirty="0">
                <a:solidFill>
                  <a:schemeClr val="tx2"/>
                </a:solidFill>
              </a:rPr>
              <a:t> ごとに、学習</a:t>
            </a:r>
            <a:r>
              <a:rPr lang="en-US" altLang="ja-JP" sz="2000" dirty="0">
                <a:solidFill>
                  <a:schemeClr val="tx2"/>
                </a:solidFill>
              </a:rPr>
              <a:t>/</a:t>
            </a:r>
            <a:r>
              <a:rPr lang="ja-JP" altLang="en-US" sz="2000" dirty="0">
                <a:solidFill>
                  <a:schemeClr val="tx2"/>
                </a:solidFill>
              </a:rPr>
              <a:t>テストデータを分割する</a:t>
            </a:r>
            <a:endParaRPr lang="en-US" altLang="ja-JP" sz="2000" dirty="0">
              <a:solidFill>
                <a:schemeClr val="tx2"/>
              </a:solidFill>
            </a:endParaRPr>
          </a:p>
          <a:p>
            <a:pPr marL="0" indent="0">
              <a:buNone/>
            </a:pPr>
            <a:endParaRPr lang="en-US" altLang="ja-JP" sz="2000" dirty="0">
              <a:solidFill>
                <a:schemeClr val="tx2"/>
              </a:solidFill>
            </a:endParaRPr>
          </a:p>
          <a:p>
            <a:pPr marL="0" indent="0">
              <a:buNone/>
            </a:pPr>
            <a:r>
              <a:rPr lang="en-US" altLang="ja-JP" sz="2000" dirty="0">
                <a:solidFill>
                  <a:schemeClr val="tx2"/>
                </a:solidFill>
              </a:rPr>
              <a:t>‣</a:t>
            </a:r>
            <a:r>
              <a:rPr lang="ja-JP" altLang="en-US" sz="2000" dirty="0">
                <a:solidFill>
                  <a:schemeClr val="tx2"/>
                </a:solidFill>
              </a:rPr>
              <a:t>モデル　</a:t>
            </a:r>
            <a:r>
              <a:rPr lang="en-US" altLang="ja-JP" sz="2000" dirty="0">
                <a:solidFill>
                  <a:schemeClr val="tx2"/>
                </a:solidFill>
              </a:rPr>
              <a:t>…</a:t>
            </a:r>
            <a:r>
              <a:rPr lang="ja-JP" altLang="en-US" sz="2000" dirty="0">
                <a:solidFill>
                  <a:schemeClr val="tx2"/>
                </a:solidFill>
              </a:rPr>
              <a:t>　複数種類の畳み込みモデル（最大で</a:t>
            </a:r>
            <a:r>
              <a:rPr lang="en-US" altLang="ja-JP" sz="2000" dirty="0">
                <a:solidFill>
                  <a:schemeClr val="tx2"/>
                </a:solidFill>
              </a:rPr>
              <a:t>ResNet-101</a:t>
            </a:r>
            <a:r>
              <a:rPr lang="ja-JP" altLang="en-US" sz="2000" dirty="0">
                <a:solidFill>
                  <a:schemeClr val="tx2"/>
                </a:solidFill>
              </a:rPr>
              <a:t>）</a:t>
            </a:r>
            <a:endParaRPr lang="en-US" altLang="ja-JP" sz="2000" dirty="0">
              <a:solidFill>
                <a:schemeClr val="tx2"/>
              </a:solidFill>
            </a:endParaRPr>
          </a:p>
        </p:txBody>
      </p:sp>
      <p:sp>
        <p:nvSpPr>
          <p:cNvPr id="4" name="スライド番号プレースホルダー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2957899749"/>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a:t>結果</a:t>
            </a:r>
          </a:p>
        </p:txBody>
      </p:sp>
      <p:sp>
        <p:nvSpPr>
          <p:cNvPr id="3" name="コンテンツ プレースホルダー 2"/>
          <p:cNvSpPr>
            <a:spLocks noGrp="1"/>
          </p:cNvSpPr>
          <p:nvPr>
            <p:ph idx="1"/>
          </p:nvPr>
        </p:nvSpPr>
        <p:spPr>
          <a:xfrm>
            <a:off x="838200" y="1088136"/>
            <a:ext cx="10515600" cy="5230367"/>
          </a:xfrm>
        </p:spPr>
        <p:txBody>
          <a:bodyPr>
            <a:normAutofit/>
          </a:bodyPr>
          <a:lstStyle/>
          <a:p>
            <a:pPr marL="0" indent="0">
              <a:buNone/>
            </a:pPr>
            <a:r>
              <a:rPr lang="en-US" altLang="ja-JP" sz="2000" dirty="0">
                <a:solidFill>
                  <a:schemeClr val="tx2"/>
                </a:solidFill>
              </a:rPr>
              <a:t>‣Structure</a:t>
            </a:r>
            <a:r>
              <a:rPr lang="ja-JP" altLang="en-US" sz="2000" dirty="0">
                <a:solidFill>
                  <a:schemeClr val="tx2"/>
                </a:solidFill>
              </a:rPr>
              <a:t> </a:t>
            </a:r>
            <a:r>
              <a:rPr lang="en-US" altLang="ja-JP" sz="2000" dirty="0">
                <a:solidFill>
                  <a:schemeClr val="tx2"/>
                </a:solidFill>
              </a:rPr>
              <a:t>type </a:t>
            </a:r>
            <a:r>
              <a:rPr lang="ja-JP" altLang="en-US" sz="2000" dirty="0">
                <a:solidFill>
                  <a:schemeClr val="tx2"/>
                </a:solidFill>
              </a:rPr>
              <a:t>ごとに学習</a:t>
            </a:r>
            <a:r>
              <a:rPr lang="en-US" altLang="ja-JP" sz="2000" dirty="0">
                <a:solidFill>
                  <a:schemeClr val="tx2"/>
                </a:solidFill>
              </a:rPr>
              <a:t>/</a:t>
            </a:r>
            <a:r>
              <a:rPr lang="ja-JP" altLang="en-US" sz="2000" dirty="0">
                <a:solidFill>
                  <a:schemeClr val="tx2"/>
                </a:solidFill>
              </a:rPr>
              <a:t>テストデータを分割したとき、</a:t>
            </a:r>
            <a:endParaRPr lang="en-US" altLang="ja-JP" sz="2000" dirty="0">
              <a:solidFill>
                <a:schemeClr val="tx2"/>
              </a:solidFill>
            </a:endParaRPr>
          </a:p>
          <a:p>
            <a:pPr marL="0" indent="0">
              <a:buNone/>
            </a:pPr>
            <a:r>
              <a:rPr lang="ja-JP" altLang="en-US" sz="2000" dirty="0">
                <a:solidFill>
                  <a:schemeClr val="tx2"/>
                </a:solidFill>
              </a:rPr>
              <a:t>　論文の学習データ生成方法の方が高い正解率を得られる</a:t>
            </a:r>
            <a:endParaRPr lang="en-US" altLang="ja-JP" sz="2000" dirty="0">
              <a:solidFill>
                <a:schemeClr val="tx2"/>
              </a:solidFill>
            </a:endParaRPr>
          </a:p>
          <a:p>
            <a:pPr marL="0" indent="0">
              <a:spcBef>
                <a:spcPts val="1800"/>
              </a:spcBef>
              <a:buNone/>
            </a:pPr>
            <a:r>
              <a:rPr lang="en-US" altLang="ja-JP" sz="2000" dirty="0">
                <a:solidFill>
                  <a:schemeClr val="tx2"/>
                </a:solidFill>
              </a:rPr>
              <a:t>‣</a:t>
            </a:r>
            <a:r>
              <a:rPr lang="ja-JP" altLang="en-US" sz="2000" dirty="0">
                <a:solidFill>
                  <a:schemeClr val="tx2"/>
                </a:solidFill>
              </a:rPr>
              <a:t>原理的には無限にデータ生成できるため、</a:t>
            </a:r>
            <a:endParaRPr lang="en-US" altLang="ja-JP" sz="2000" dirty="0">
              <a:solidFill>
                <a:schemeClr val="tx2"/>
              </a:solidFill>
            </a:endParaRPr>
          </a:p>
          <a:p>
            <a:pPr marL="0" indent="0">
              <a:buNone/>
            </a:pPr>
            <a:r>
              <a:rPr lang="ja-JP" altLang="en-US" sz="2000" dirty="0">
                <a:solidFill>
                  <a:schemeClr val="tx2"/>
                </a:solidFill>
              </a:rPr>
              <a:t>　過学習に陥ることなく巨大なモデル（</a:t>
            </a:r>
            <a:r>
              <a:rPr lang="en-US" altLang="ja-JP" sz="2000" dirty="0">
                <a:solidFill>
                  <a:schemeClr val="tx2"/>
                </a:solidFill>
              </a:rPr>
              <a:t>ResNet-101</a:t>
            </a:r>
            <a:r>
              <a:rPr lang="ja-JP" altLang="en-US" sz="2000" dirty="0">
                <a:solidFill>
                  <a:schemeClr val="tx2"/>
                </a:solidFill>
              </a:rPr>
              <a:t>）を学習できる</a:t>
            </a:r>
            <a:endParaRPr lang="en-US" altLang="ja-JP" sz="2000" dirty="0">
              <a:solidFill>
                <a:schemeClr val="tx2"/>
              </a:solidFill>
            </a:endParaRPr>
          </a:p>
        </p:txBody>
      </p:sp>
      <p:sp>
        <p:nvSpPr>
          <p:cNvPr id="4" name="スライド番号プレースホルダー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7" name="図 6">
            <a:extLst>
              <a:ext uri="{FF2B5EF4-FFF2-40B4-BE49-F238E27FC236}">
                <a16:creationId xmlns:a16="http://schemas.microsoft.com/office/drawing/2014/main" id="{CAC6862B-9F3D-C214-7241-F4B9708880ED}"/>
              </a:ext>
            </a:extLst>
          </p:cNvPr>
          <p:cNvPicPr>
            <a:picLocks noChangeAspect="1"/>
          </p:cNvPicPr>
          <p:nvPr/>
        </p:nvPicPr>
        <p:blipFill>
          <a:blip r:embed="rId2"/>
          <a:stretch>
            <a:fillRect/>
          </a:stretch>
        </p:blipFill>
        <p:spPr>
          <a:xfrm>
            <a:off x="1049033" y="3257764"/>
            <a:ext cx="8488160" cy="2700276"/>
          </a:xfrm>
          <a:prstGeom prst="rect">
            <a:avLst/>
          </a:prstGeom>
        </p:spPr>
      </p:pic>
      <p:sp>
        <p:nvSpPr>
          <p:cNvPr id="9" name="テキスト ボックス 8">
            <a:extLst>
              <a:ext uri="{FF2B5EF4-FFF2-40B4-BE49-F238E27FC236}">
                <a16:creationId xmlns:a16="http://schemas.microsoft.com/office/drawing/2014/main" id="{46C91ED5-C2CE-57E3-3134-31AE68A7AE04}"/>
              </a:ext>
            </a:extLst>
          </p:cNvPr>
          <p:cNvSpPr txBox="1"/>
          <p:nvPr/>
        </p:nvSpPr>
        <p:spPr>
          <a:xfrm>
            <a:off x="9573246" y="3831336"/>
            <a:ext cx="1661161" cy="523220"/>
          </a:xfrm>
          <a:prstGeom prst="rect">
            <a:avLst/>
          </a:prstGeom>
          <a:noFill/>
        </p:spPr>
        <p:txBody>
          <a:bodyPr wrap="square" rtlCol="0">
            <a:spAutoFit/>
          </a:bodyPr>
          <a:lstStyle/>
          <a:p>
            <a:pPr algn="ctr"/>
            <a:r>
              <a:rPr kumimoji="1" lang="ja-JP" altLang="en-US" sz="1400" dirty="0"/>
              <a:t>従来法</a:t>
            </a:r>
            <a:endParaRPr kumimoji="1" lang="en-US" altLang="ja-JP" sz="1400" dirty="0"/>
          </a:p>
          <a:p>
            <a:pPr algn="ctr"/>
            <a:r>
              <a:rPr kumimoji="1" lang="ja-JP" altLang="en-US" sz="1400" dirty="0"/>
              <a:t>（ランダム分割）</a:t>
            </a:r>
          </a:p>
        </p:txBody>
      </p:sp>
      <p:sp>
        <p:nvSpPr>
          <p:cNvPr id="10" name="テキスト ボックス 9">
            <a:extLst>
              <a:ext uri="{FF2B5EF4-FFF2-40B4-BE49-F238E27FC236}">
                <a16:creationId xmlns:a16="http://schemas.microsoft.com/office/drawing/2014/main" id="{B6883DD2-374B-35DE-CA07-65119BB7D29C}"/>
              </a:ext>
            </a:extLst>
          </p:cNvPr>
          <p:cNvSpPr txBox="1"/>
          <p:nvPr/>
        </p:nvSpPr>
        <p:spPr>
          <a:xfrm>
            <a:off x="9472662" y="4354556"/>
            <a:ext cx="1862327" cy="523220"/>
          </a:xfrm>
          <a:prstGeom prst="rect">
            <a:avLst/>
          </a:prstGeom>
          <a:noFill/>
        </p:spPr>
        <p:txBody>
          <a:bodyPr wrap="square" rtlCol="0">
            <a:spAutoFit/>
          </a:bodyPr>
          <a:lstStyle/>
          <a:p>
            <a:pPr algn="ctr"/>
            <a:r>
              <a:rPr kumimoji="1" lang="ja-JP" altLang="en-US" sz="1400" dirty="0"/>
              <a:t>従来法</a:t>
            </a:r>
            <a:endParaRPr kumimoji="1" lang="en-US" altLang="ja-JP" sz="1400" dirty="0"/>
          </a:p>
          <a:p>
            <a:pPr algn="ctr"/>
            <a:r>
              <a:rPr kumimoji="1" lang="ja-JP" altLang="en-US" sz="1400" dirty="0"/>
              <a:t>（構造タイプ分割）</a:t>
            </a:r>
          </a:p>
        </p:txBody>
      </p:sp>
      <p:sp>
        <p:nvSpPr>
          <p:cNvPr id="11" name="テキスト ボックス 10">
            <a:extLst>
              <a:ext uri="{FF2B5EF4-FFF2-40B4-BE49-F238E27FC236}">
                <a16:creationId xmlns:a16="http://schemas.microsoft.com/office/drawing/2014/main" id="{2613FE3B-8365-D948-2AAB-0DF18C5FEF0B}"/>
              </a:ext>
            </a:extLst>
          </p:cNvPr>
          <p:cNvSpPr txBox="1"/>
          <p:nvPr/>
        </p:nvSpPr>
        <p:spPr>
          <a:xfrm>
            <a:off x="9472661" y="5074333"/>
            <a:ext cx="1862327" cy="523220"/>
          </a:xfrm>
          <a:prstGeom prst="rect">
            <a:avLst/>
          </a:prstGeom>
          <a:noFill/>
        </p:spPr>
        <p:txBody>
          <a:bodyPr wrap="square" rtlCol="0">
            <a:spAutoFit/>
          </a:bodyPr>
          <a:lstStyle/>
          <a:p>
            <a:pPr algn="ctr"/>
            <a:r>
              <a:rPr lang="ja-JP" altLang="en-US" sz="1400" dirty="0"/>
              <a:t>論文の方法</a:t>
            </a:r>
            <a:endParaRPr lang="en-US" altLang="ja-JP" sz="1400" dirty="0"/>
          </a:p>
          <a:p>
            <a:pPr algn="ctr"/>
            <a:r>
              <a:rPr kumimoji="1" lang="ja-JP" altLang="en-US" sz="1400" dirty="0"/>
              <a:t>（構造タイプ分割）</a:t>
            </a:r>
          </a:p>
        </p:txBody>
      </p:sp>
    </p:spTree>
    <p:extLst>
      <p:ext uri="{BB962C8B-B14F-4D97-AF65-F5344CB8AC3E}">
        <p14:creationId xmlns:p14="http://schemas.microsoft.com/office/powerpoint/2010/main" val="2061135360"/>
      </p:ext>
    </p:extLst>
  </p:cSld>
  <p:clrMapOvr>
    <a:masterClrMapping/>
  </p:clrMapOvr>
  <p:transition spd="slow">
    <p:push/>
  </p:transition>
</p:sld>
</file>

<file path=ppt/theme/theme1.xml><?xml version="1.0" encoding="utf-8"?>
<a:theme xmlns:a="http://schemas.openxmlformats.org/drawingml/2006/main" name="プレ研修資料フォーマット">
  <a:themeElements>
    <a:clrScheme name="Rigaku_Theme Colors">
      <a:dk1>
        <a:srgbClr val="041E42"/>
      </a:dk1>
      <a:lt1>
        <a:srgbClr val="FFFFFF"/>
      </a:lt1>
      <a:dk2>
        <a:srgbClr val="3F4443"/>
      </a:dk2>
      <a:lt2>
        <a:srgbClr val="D9D9D6"/>
      </a:lt2>
      <a:accent1>
        <a:srgbClr val="009CDE"/>
      </a:accent1>
      <a:accent2>
        <a:srgbClr val="8CE2D0"/>
      </a:accent2>
      <a:accent3>
        <a:srgbClr val="64A70B"/>
      </a:accent3>
      <a:accent4>
        <a:srgbClr val="FF6720"/>
      </a:accent4>
      <a:accent5>
        <a:srgbClr val="BA0C2F"/>
      </a:accent5>
      <a:accent6>
        <a:srgbClr val="FFBF3F"/>
      </a:accent6>
      <a:hlink>
        <a:srgbClr val="009CDE"/>
      </a:hlink>
      <a:folHlink>
        <a:srgbClr val="464646"/>
      </a:folHlink>
    </a:clrScheme>
    <a:fontScheme name="プレ研修資料フォーマット">
      <a:majorFont>
        <a:latin typeface="Segoe UI Semilight"/>
        <a:ea typeface="メイリオ"/>
        <a:cs typeface=""/>
      </a:majorFont>
      <a:minorFont>
        <a:latin typeface="Segoe UI Semilight"/>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研修資料フォーマット" id="{31EB66D4-A0B0-45FA-9A68-F7A8A7C73F87}" vid="{6967AD40-6857-4A9C-9164-A8870BF1E2B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25299</TotalTime>
  <Words>989</Words>
  <Application>Microsoft Office PowerPoint</Application>
  <PresentationFormat>Widescreen</PresentationFormat>
  <Paragraphs>92</Paragraphs>
  <Slides>12</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12</vt:i4>
      </vt:variant>
    </vt:vector>
  </HeadingPairs>
  <TitlesOfParts>
    <vt:vector size="24" baseType="lpstr">
      <vt:lpstr>MS Gothic</vt:lpstr>
      <vt:lpstr>メイリオ</vt:lpstr>
      <vt:lpstr>游ゴシック</vt:lpstr>
      <vt:lpstr>游ゴシック Light</vt:lpstr>
      <vt:lpstr>Arial</vt:lpstr>
      <vt:lpstr>Calibri</vt:lpstr>
      <vt:lpstr>Courier New</vt:lpstr>
      <vt:lpstr>Roboto</vt:lpstr>
      <vt:lpstr>Segoe UI Semilight</vt:lpstr>
      <vt:lpstr>Wingdings</vt:lpstr>
      <vt:lpstr>プレ研修資料フォーマット</vt:lpstr>
      <vt:lpstr>Office テーマ</vt:lpstr>
      <vt:lpstr>PowerPoint Presentation</vt:lpstr>
      <vt:lpstr>概要</vt:lpstr>
      <vt:lpstr>前のQAシステム</vt:lpstr>
      <vt:lpstr>QAシステムにAgentを導入 </vt:lpstr>
      <vt:lpstr>PowerPoint Presentation</vt:lpstr>
      <vt:lpstr>AI Agentにより自動テストの検討</vt:lpstr>
      <vt:lpstr>PowerPoint Presentation</vt:lpstr>
      <vt:lpstr>概要</vt:lpstr>
      <vt:lpstr>PowerPoint Presentation</vt:lpstr>
      <vt:lpstr>学習</vt:lpstr>
      <vt:lpstr>学習</vt:lpstr>
      <vt:lpstr>結果</vt:lpstr>
    </vt:vector>
  </TitlesOfParts>
  <Company>株式会社リガク</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柴崎 寿英</dc:creator>
  <cp:lastModifiedBy>Yingnan Bing</cp:lastModifiedBy>
  <cp:revision>1469</cp:revision>
  <dcterms:created xsi:type="dcterms:W3CDTF">2021-05-30T05:32:27Z</dcterms:created>
  <dcterms:modified xsi:type="dcterms:W3CDTF">2026-01-27T08:08:35Z</dcterms:modified>
</cp:coreProperties>
</file>