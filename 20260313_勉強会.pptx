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15"/>
  </p:notesMasterIdLst>
  <p:sldIdLst>
    <p:sldId id="256" r:id="rId3"/>
    <p:sldId id="309" r:id="rId4"/>
    <p:sldId id="299" r:id="rId5"/>
    <p:sldId id="300" r:id="rId6"/>
    <p:sldId id="303" r:id="rId7"/>
    <p:sldId id="304" r:id="rId8"/>
    <p:sldId id="310" r:id="rId9"/>
    <p:sldId id="313" r:id="rId10"/>
    <p:sldId id="312" r:id="rId11"/>
    <p:sldId id="311" r:id="rId12"/>
    <p:sldId id="336" r:id="rId13"/>
    <p:sldId id="33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940F42-B7B2-400C-925A-CFF5408075AA}" v="53" dt="2026-03-11T05:55:55.66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78382" autoAdjust="0"/>
  </p:normalViewPr>
  <p:slideViewPr>
    <p:cSldViewPr snapToGrid="0">
      <p:cViewPr varScale="1">
        <p:scale>
          <a:sx n="67" d="100"/>
          <a:sy n="67" d="100"/>
        </p:scale>
        <p:origin x="13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ngnan Bing" userId="776b6d27-eb06-42d5-96f5-ac63807e2770" providerId="ADAL" clId="{00693B46-295C-4CAB-8659-92405573F3DE}"/>
    <pc:docChg chg="undo redo custSel addSld delSld modSld">
      <pc:chgData name="Yingnan Bing" userId="776b6d27-eb06-42d5-96f5-ac63807e2770" providerId="ADAL" clId="{00693B46-295C-4CAB-8659-92405573F3DE}" dt="2026-03-11T05:56:00.660" v="6196" actId="108"/>
      <pc:docMkLst>
        <pc:docMk/>
      </pc:docMkLst>
      <pc:sldChg chg="modSp mod modNotesTx">
        <pc:chgData name="Yingnan Bing" userId="776b6d27-eb06-42d5-96f5-ac63807e2770" providerId="ADAL" clId="{00693B46-295C-4CAB-8659-92405573F3DE}" dt="2026-03-10T00:38:04.085" v="142" actId="20577"/>
        <pc:sldMkLst>
          <pc:docMk/>
          <pc:sldMk cId="3399486629" sldId="256"/>
        </pc:sldMkLst>
        <pc:spChg chg="mod">
          <ac:chgData name="Yingnan Bing" userId="776b6d27-eb06-42d5-96f5-ac63807e2770" providerId="ADAL" clId="{00693B46-295C-4CAB-8659-92405573F3DE}" dt="2026-03-10T00:37:43.431" v="78" actId="20577"/>
          <ac:spMkLst>
            <pc:docMk/>
            <pc:sldMk cId="3399486629" sldId="256"/>
            <ac:spMk id="3" creationId="{00000000-0000-0000-0000-000000000000}"/>
          </ac:spMkLst>
        </pc:spChg>
      </pc:sldChg>
      <pc:sldChg chg="delSp modSp mod modNotesTx">
        <pc:chgData name="Yingnan Bing" userId="776b6d27-eb06-42d5-96f5-ac63807e2770" providerId="ADAL" clId="{00693B46-295C-4CAB-8659-92405573F3DE}" dt="2026-03-11T05:56:00.660" v="6196" actId="108"/>
        <pc:sldMkLst>
          <pc:docMk/>
          <pc:sldMk cId="1234849919" sldId="299"/>
        </pc:sldMkLst>
        <pc:spChg chg="mod">
          <ac:chgData name="Yingnan Bing" userId="776b6d27-eb06-42d5-96f5-ac63807e2770" providerId="ADAL" clId="{00693B46-295C-4CAB-8659-92405573F3DE}" dt="2026-03-10T00:31:41.429" v="14"/>
          <ac:spMkLst>
            <pc:docMk/>
            <pc:sldMk cId="1234849919" sldId="299"/>
            <ac:spMk id="2" creationId="{00000000-0000-0000-0000-000000000000}"/>
          </ac:spMkLst>
        </pc:spChg>
        <pc:spChg chg="mod">
          <ac:chgData name="Yingnan Bing" userId="776b6d27-eb06-42d5-96f5-ac63807e2770" providerId="ADAL" clId="{00693B46-295C-4CAB-8659-92405573F3DE}" dt="2026-03-11T05:56:00.660" v="6196" actId="108"/>
          <ac:spMkLst>
            <pc:docMk/>
            <pc:sldMk cId="1234849919" sldId="299"/>
            <ac:spMk id="3" creationId="{00000000-0000-0000-0000-000000000000}"/>
          </ac:spMkLst>
        </pc:spChg>
        <pc:spChg chg="del">
          <ac:chgData name="Yingnan Bing" userId="776b6d27-eb06-42d5-96f5-ac63807e2770" providerId="ADAL" clId="{00693B46-295C-4CAB-8659-92405573F3DE}" dt="2026-03-10T00:31:54.706" v="18" actId="478"/>
          <ac:spMkLst>
            <pc:docMk/>
            <pc:sldMk cId="1234849919" sldId="299"/>
            <ac:spMk id="6" creationId="{A0C2DB0E-8140-3863-228F-3E4436102550}"/>
          </ac:spMkLst>
        </pc:spChg>
        <pc:spChg chg="del">
          <ac:chgData name="Yingnan Bing" userId="776b6d27-eb06-42d5-96f5-ac63807e2770" providerId="ADAL" clId="{00693B46-295C-4CAB-8659-92405573F3DE}" dt="2026-03-10T00:31:54.070" v="17" actId="478"/>
          <ac:spMkLst>
            <pc:docMk/>
            <pc:sldMk cId="1234849919" sldId="299"/>
            <ac:spMk id="10" creationId="{D831FAA2-F72E-E6AA-7124-105445B828EE}"/>
          </ac:spMkLst>
        </pc:spChg>
        <pc:picChg chg="del">
          <ac:chgData name="Yingnan Bing" userId="776b6d27-eb06-42d5-96f5-ac63807e2770" providerId="ADAL" clId="{00693B46-295C-4CAB-8659-92405573F3DE}" dt="2026-03-10T00:31:53.387" v="16" actId="478"/>
          <ac:picMkLst>
            <pc:docMk/>
            <pc:sldMk cId="1234849919" sldId="299"/>
            <ac:picMk id="12" creationId="{FF32AE65-DFA1-278C-0476-1CB8CB0EDB6A}"/>
          </ac:picMkLst>
        </pc:picChg>
      </pc:sldChg>
      <pc:sldChg chg="addSp delSp modSp mod modNotesTx">
        <pc:chgData name="Yingnan Bing" userId="776b6d27-eb06-42d5-96f5-ac63807e2770" providerId="ADAL" clId="{00693B46-295C-4CAB-8659-92405573F3DE}" dt="2026-03-11T04:22:52.559" v="4959" actId="1076"/>
        <pc:sldMkLst>
          <pc:docMk/>
          <pc:sldMk cId="242264771" sldId="300"/>
        </pc:sldMkLst>
        <pc:spChg chg="mod">
          <ac:chgData name="Yingnan Bing" userId="776b6d27-eb06-42d5-96f5-ac63807e2770" providerId="ADAL" clId="{00693B46-295C-4CAB-8659-92405573F3DE}" dt="2026-03-10T00:33:44.112" v="52"/>
          <ac:spMkLst>
            <pc:docMk/>
            <pc:sldMk cId="242264771" sldId="300"/>
            <ac:spMk id="2" creationId="{97E33E2D-0C01-EDFE-5AD0-9F3DC5C5A61E}"/>
          </ac:spMkLst>
        </pc:spChg>
        <pc:spChg chg="add mod">
          <ac:chgData name="Yingnan Bing" userId="776b6d27-eb06-42d5-96f5-ac63807e2770" providerId="ADAL" clId="{00693B46-295C-4CAB-8659-92405573F3DE}" dt="2026-03-11T04:22:52.559" v="4959" actId="1076"/>
          <ac:spMkLst>
            <pc:docMk/>
            <pc:sldMk cId="242264771" sldId="300"/>
            <ac:spMk id="3" creationId="{110892E4-EEBB-7B14-2446-98C332B007F1}"/>
          </ac:spMkLst>
        </pc:spChg>
        <pc:spChg chg="mod">
          <ac:chgData name="Yingnan Bing" userId="776b6d27-eb06-42d5-96f5-ac63807e2770" providerId="ADAL" clId="{00693B46-295C-4CAB-8659-92405573F3DE}" dt="2026-03-10T01:55:42.083" v="1489" actId="20577"/>
          <ac:spMkLst>
            <pc:docMk/>
            <pc:sldMk cId="242264771" sldId="300"/>
            <ac:spMk id="6" creationId="{56B2104D-43A5-B474-3AFB-FEE52BC0A940}"/>
          </ac:spMkLst>
        </pc:spChg>
        <pc:spChg chg="del">
          <ac:chgData name="Yingnan Bing" userId="776b6d27-eb06-42d5-96f5-ac63807e2770" providerId="ADAL" clId="{00693B46-295C-4CAB-8659-92405573F3DE}" dt="2026-03-10T00:32:46.406" v="22" actId="478"/>
          <ac:spMkLst>
            <pc:docMk/>
            <pc:sldMk cId="242264771" sldId="300"/>
            <ac:spMk id="9" creationId="{D30616C4-CF78-E649-8208-120808360725}"/>
          </ac:spMkLst>
        </pc:spChg>
        <pc:picChg chg="del">
          <ac:chgData name="Yingnan Bing" userId="776b6d27-eb06-42d5-96f5-ac63807e2770" providerId="ADAL" clId="{00693B46-295C-4CAB-8659-92405573F3DE}" dt="2026-03-10T00:32:47.213" v="23" actId="478"/>
          <ac:picMkLst>
            <pc:docMk/>
            <pc:sldMk cId="242264771" sldId="300"/>
            <ac:picMk id="7" creationId="{AE14047D-5261-8A94-12BD-9733D5F3AF7A}"/>
          </ac:picMkLst>
        </pc:picChg>
      </pc:sldChg>
      <pc:sldChg chg="modSp add del mod modNotesTx">
        <pc:chgData name="Yingnan Bing" userId="776b6d27-eb06-42d5-96f5-ac63807e2770" providerId="ADAL" clId="{00693B46-295C-4CAB-8659-92405573F3DE}" dt="2026-03-10T04:30:35.071" v="3343" actId="20577"/>
        <pc:sldMkLst>
          <pc:docMk/>
          <pc:sldMk cId="2216841519" sldId="303"/>
        </pc:sldMkLst>
        <pc:spChg chg="mod">
          <ac:chgData name="Yingnan Bing" userId="776b6d27-eb06-42d5-96f5-ac63807e2770" providerId="ADAL" clId="{00693B46-295C-4CAB-8659-92405573F3DE}" dt="2026-03-10T00:33:34.031" v="51" actId="20577"/>
          <ac:spMkLst>
            <pc:docMk/>
            <pc:sldMk cId="2216841519" sldId="303"/>
            <ac:spMk id="2" creationId="{1F247C23-AA3A-7A91-0074-E87B11E8A29D}"/>
          </ac:spMkLst>
        </pc:spChg>
        <pc:spChg chg="mod">
          <ac:chgData name="Yingnan Bing" userId="776b6d27-eb06-42d5-96f5-ac63807e2770" providerId="ADAL" clId="{00693B46-295C-4CAB-8659-92405573F3DE}" dt="2026-03-10T02:05:41.838" v="1784" actId="20577"/>
          <ac:spMkLst>
            <pc:docMk/>
            <pc:sldMk cId="2216841519" sldId="303"/>
            <ac:spMk id="3" creationId="{57121B93-9B83-B420-2777-6F122F8FA194}"/>
          </ac:spMkLst>
        </pc:spChg>
      </pc:sldChg>
      <pc:sldChg chg="delSp modSp add del mod modNotesTx">
        <pc:chgData name="Yingnan Bing" userId="776b6d27-eb06-42d5-96f5-ac63807e2770" providerId="ADAL" clId="{00693B46-295C-4CAB-8659-92405573F3DE}" dt="2026-03-11T04:44:05.295" v="5175" actId="20577"/>
        <pc:sldMkLst>
          <pc:docMk/>
          <pc:sldMk cId="2472268548" sldId="304"/>
        </pc:sldMkLst>
        <pc:spChg chg="mod">
          <ac:chgData name="Yingnan Bing" userId="776b6d27-eb06-42d5-96f5-ac63807e2770" providerId="ADAL" clId="{00693B46-295C-4CAB-8659-92405573F3DE}" dt="2026-03-10T00:36:01.392" v="54"/>
          <ac:spMkLst>
            <pc:docMk/>
            <pc:sldMk cId="2472268548" sldId="304"/>
            <ac:spMk id="2" creationId="{6D920542-48F8-D183-AB74-FBCC229305B8}"/>
          </ac:spMkLst>
        </pc:spChg>
        <pc:spChg chg="mod">
          <ac:chgData name="Yingnan Bing" userId="776b6d27-eb06-42d5-96f5-ac63807e2770" providerId="ADAL" clId="{00693B46-295C-4CAB-8659-92405573F3DE}" dt="2026-03-10T05:24:48.611" v="4121" actId="20577"/>
          <ac:spMkLst>
            <pc:docMk/>
            <pc:sldMk cId="2472268548" sldId="304"/>
            <ac:spMk id="3" creationId="{8F6CF5D6-13E3-9FB6-7F47-8070F12CB0DA}"/>
          </ac:spMkLst>
        </pc:spChg>
        <pc:spChg chg="del">
          <ac:chgData name="Yingnan Bing" userId="776b6d27-eb06-42d5-96f5-ac63807e2770" providerId="ADAL" clId="{00693B46-295C-4CAB-8659-92405573F3DE}" dt="2026-03-10T02:28:48.673" v="2354" actId="478"/>
          <ac:spMkLst>
            <pc:docMk/>
            <pc:sldMk cId="2472268548" sldId="304"/>
            <ac:spMk id="6" creationId="{2F97F262-F8FA-B88E-3C76-AF71701FF3A1}"/>
          </ac:spMkLst>
        </pc:spChg>
        <pc:spChg chg="del">
          <ac:chgData name="Yingnan Bing" userId="776b6d27-eb06-42d5-96f5-ac63807e2770" providerId="ADAL" clId="{00693B46-295C-4CAB-8659-92405573F3DE}" dt="2026-03-10T00:36:12.923" v="57" actId="478"/>
          <ac:spMkLst>
            <pc:docMk/>
            <pc:sldMk cId="2472268548" sldId="304"/>
            <ac:spMk id="7" creationId="{63EB9BE8-64F5-D67C-34E8-172420725524}"/>
          </ac:spMkLst>
        </pc:spChg>
        <pc:spChg chg="del">
          <ac:chgData name="Yingnan Bing" userId="776b6d27-eb06-42d5-96f5-ac63807e2770" providerId="ADAL" clId="{00693B46-295C-4CAB-8659-92405573F3DE}" dt="2026-03-10T00:36:11.348" v="56" actId="478"/>
          <ac:spMkLst>
            <pc:docMk/>
            <pc:sldMk cId="2472268548" sldId="304"/>
            <ac:spMk id="8" creationId="{84497B28-F318-B3AB-D654-F2846FAF6986}"/>
          </ac:spMkLst>
        </pc:spChg>
      </pc:sldChg>
      <pc:sldChg chg="add del">
        <pc:chgData name="Yingnan Bing" userId="776b6d27-eb06-42d5-96f5-ac63807e2770" providerId="ADAL" clId="{00693B46-295C-4CAB-8659-92405573F3DE}" dt="2026-03-10T01:05:18.845" v="592" actId="47"/>
        <pc:sldMkLst>
          <pc:docMk/>
          <pc:sldMk cId="2512532801" sldId="305"/>
        </pc:sldMkLst>
      </pc:sldChg>
      <pc:sldChg chg="add del">
        <pc:chgData name="Yingnan Bing" userId="776b6d27-eb06-42d5-96f5-ac63807e2770" providerId="ADAL" clId="{00693B46-295C-4CAB-8659-92405573F3DE}" dt="2026-03-10T01:05:18.845" v="592" actId="47"/>
        <pc:sldMkLst>
          <pc:docMk/>
          <pc:sldMk cId="100313713" sldId="306"/>
        </pc:sldMkLst>
      </pc:sldChg>
      <pc:sldChg chg="add del">
        <pc:chgData name="Yingnan Bing" userId="776b6d27-eb06-42d5-96f5-ac63807e2770" providerId="ADAL" clId="{00693B46-295C-4CAB-8659-92405573F3DE}" dt="2026-03-10T01:05:18.845" v="592" actId="47"/>
        <pc:sldMkLst>
          <pc:docMk/>
          <pc:sldMk cId="1920103700" sldId="307"/>
        </pc:sldMkLst>
      </pc:sldChg>
      <pc:sldChg chg="del">
        <pc:chgData name="Yingnan Bing" userId="776b6d27-eb06-42d5-96f5-ac63807e2770" providerId="ADAL" clId="{00693B46-295C-4CAB-8659-92405573F3DE}" dt="2026-03-10T01:05:18.845" v="592" actId="47"/>
        <pc:sldMkLst>
          <pc:docMk/>
          <pc:sldMk cId="3917750867" sldId="308"/>
        </pc:sldMkLst>
      </pc:sldChg>
      <pc:sldChg chg="addSp modSp add mod modNotesTx">
        <pc:chgData name="Yingnan Bing" userId="776b6d27-eb06-42d5-96f5-ac63807e2770" providerId="ADAL" clId="{00693B46-295C-4CAB-8659-92405573F3DE}" dt="2026-03-11T04:28:40.681" v="4968" actId="1076"/>
        <pc:sldMkLst>
          <pc:docMk/>
          <pc:sldMk cId="592068313" sldId="309"/>
        </pc:sldMkLst>
        <pc:spChg chg="mod">
          <ac:chgData name="Yingnan Bing" userId="776b6d27-eb06-42d5-96f5-ac63807e2770" providerId="ADAL" clId="{00693B46-295C-4CAB-8659-92405573F3DE}" dt="2026-03-10T01:41:35.643" v="874" actId="20577"/>
          <ac:spMkLst>
            <pc:docMk/>
            <pc:sldMk cId="592068313" sldId="309"/>
            <ac:spMk id="2" creationId="{28B59693-F5AA-3623-A341-0E22A07E1FFD}"/>
          </ac:spMkLst>
        </pc:spChg>
        <pc:spChg chg="mod">
          <ac:chgData name="Yingnan Bing" userId="776b6d27-eb06-42d5-96f5-ac63807e2770" providerId="ADAL" clId="{00693B46-295C-4CAB-8659-92405573F3DE}" dt="2026-03-11T04:22:56.634" v="4960" actId="20577"/>
          <ac:spMkLst>
            <pc:docMk/>
            <pc:sldMk cId="592068313" sldId="309"/>
            <ac:spMk id="3" creationId="{2FC062AF-5019-AA50-D70B-FADBF5A12461}"/>
          </ac:spMkLst>
        </pc:spChg>
        <pc:picChg chg="add mod">
          <ac:chgData name="Yingnan Bing" userId="776b6d27-eb06-42d5-96f5-ac63807e2770" providerId="ADAL" clId="{00693B46-295C-4CAB-8659-92405573F3DE}" dt="2026-03-11T04:28:40.681" v="4968" actId="1076"/>
          <ac:picMkLst>
            <pc:docMk/>
            <pc:sldMk cId="592068313" sldId="309"/>
            <ac:picMk id="6" creationId="{F2CAD1C9-9349-83BA-625F-59E94C0062C0}"/>
          </ac:picMkLst>
        </pc:picChg>
      </pc:sldChg>
      <pc:sldChg chg="new del">
        <pc:chgData name="Yingnan Bing" userId="776b6d27-eb06-42d5-96f5-ac63807e2770" providerId="ADAL" clId="{00693B46-295C-4CAB-8659-92405573F3DE}" dt="2026-03-10T00:49:44.742" v="533" actId="2696"/>
        <pc:sldMkLst>
          <pc:docMk/>
          <pc:sldMk cId="1507220848" sldId="309"/>
        </pc:sldMkLst>
      </pc:sldChg>
      <pc:sldChg chg="addSp delSp modSp new mod modNotesTx">
        <pc:chgData name="Yingnan Bing" userId="776b6d27-eb06-42d5-96f5-ac63807e2770" providerId="ADAL" clId="{00693B46-295C-4CAB-8659-92405573F3DE}" dt="2026-03-11T05:52:27.593" v="6170" actId="20577"/>
        <pc:sldMkLst>
          <pc:docMk/>
          <pc:sldMk cId="3269483716" sldId="310"/>
        </pc:sldMkLst>
        <pc:spChg chg="mod">
          <ac:chgData name="Yingnan Bing" userId="776b6d27-eb06-42d5-96f5-ac63807e2770" providerId="ADAL" clId="{00693B46-295C-4CAB-8659-92405573F3DE}" dt="2026-03-11T05:30:59.580" v="5468" actId="20577"/>
          <ac:spMkLst>
            <pc:docMk/>
            <pc:sldMk cId="3269483716" sldId="310"/>
            <ac:spMk id="2" creationId="{8E327549-D430-7730-C50D-3B3D5AC2578F}"/>
          </ac:spMkLst>
        </pc:spChg>
        <pc:spChg chg="mod">
          <ac:chgData name="Yingnan Bing" userId="776b6d27-eb06-42d5-96f5-ac63807e2770" providerId="ADAL" clId="{00693B46-295C-4CAB-8659-92405573F3DE}" dt="2026-03-11T05:44:57.106" v="5700" actId="20577"/>
          <ac:spMkLst>
            <pc:docMk/>
            <pc:sldMk cId="3269483716" sldId="310"/>
            <ac:spMk id="3" creationId="{928442B3-0653-7CB2-E3DE-4CA3AE17713A}"/>
          </ac:spMkLst>
        </pc:spChg>
        <pc:spChg chg="del mod">
          <ac:chgData name="Yingnan Bing" userId="776b6d27-eb06-42d5-96f5-ac63807e2770" providerId="ADAL" clId="{00693B46-295C-4CAB-8659-92405573F3DE}" dt="2026-03-10T02:28:42.604" v="2352" actId="478"/>
          <ac:spMkLst>
            <pc:docMk/>
            <pc:sldMk cId="3269483716" sldId="310"/>
            <ac:spMk id="6" creationId="{45B897D2-6474-D762-2D6C-47241B451664}"/>
          </ac:spMkLst>
        </pc:spChg>
        <pc:spChg chg="add mod">
          <ac:chgData name="Yingnan Bing" userId="776b6d27-eb06-42d5-96f5-ac63807e2770" providerId="ADAL" clId="{00693B46-295C-4CAB-8659-92405573F3DE}" dt="2026-03-11T05:45:47.046" v="5826" actId="1076"/>
          <ac:spMkLst>
            <pc:docMk/>
            <pc:sldMk cId="3269483716" sldId="310"/>
            <ac:spMk id="6" creationId="{4DBD8C17-6307-F1AA-5F50-ED7244F1B38D}"/>
          </ac:spMkLst>
        </pc:spChg>
        <pc:picChg chg="add del mod">
          <ac:chgData name="Yingnan Bing" userId="776b6d27-eb06-42d5-96f5-ac63807e2770" providerId="ADAL" clId="{00693B46-295C-4CAB-8659-92405573F3DE}" dt="2026-03-10T02:55:35.662" v="2488" actId="478"/>
          <ac:picMkLst>
            <pc:docMk/>
            <pc:sldMk cId="3269483716" sldId="310"/>
            <ac:picMk id="7" creationId="{0D692921-48B8-BB62-059B-3456C373784B}"/>
          </ac:picMkLst>
        </pc:picChg>
        <pc:picChg chg="add del mod">
          <ac:chgData name="Yingnan Bing" userId="776b6d27-eb06-42d5-96f5-ac63807e2770" providerId="ADAL" clId="{00693B46-295C-4CAB-8659-92405573F3DE}" dt="2026-03-11T04:27:09.907" v="4961" actId="21"/>
          <ac:picMkLst>
            <pc:docMk/>
            <pc:sldMk cId="3269483716" sldId="310"/>
            <ac:picMk id="9" creationId="{B0E2B55A-06BA-D21B-759A-1CD49A151B4B}"/>
          </ac:picMkLst>
        </pc:picChg>
      </pc:sldChg>
      <pc:sldChg chg="modSp new mod">
        <pc:chgData name="Yingnan Bing" userId="776b6d27-eb06-42d5-96f5-ac63807e2770" providerId="ADAL" clId="{00693B46-295C-4CAB-8659-92405573F3DE}" dt="2026-03-10T02:26:43.915" v="2342" actId="20577"/>
        <pc:sldMkLst>
          <pc:docMk/>
          <pc:sldMk cId="1565818314" sldId="311"/>
        </pc:sldMkLst>
        <pc:spChg chg="mod">
          <ac:chgData name="Yingnan Bing" userId="776b6d27-eb06-42d5-96f5-ac63807e2770" providerId="ADAL" clId="{00693B46-295C-4CAB-8659-92405573F3DE}" dt="2026-03-10T02:26:43.915" v="2342" actId="20577"/>
          <ac:spMkLst>
            <pc:docMk/>
            <pc:sldMk cId="1565818314" sldId="311"/>
            <ac:spMk id="2" creationId="{688E5103-2A9D-2582-2BF5-C466DC3DE91F}"/>
          </ac:spMkLst>
        </pc:spChg>
        <pc:spChg chg="mod">
          <ac:chgData name="Yingnan Bing" userId="776b6d27-eb06-42d5-96f5-ac63807e2770" providerId="ADAL" clId="{00693B46-295C-4CAB-8659-92405573F3DE}" dt="2026-03-10T02:26:25.810" v="2330" actId="27636"/>
          <ac:spMkLst>
            <pc:docMk/>
            <pc:sldMk cId="1565818314" sldId="311"/>
            <ac:spMk id="3" creationId="{EBB291CD-E0FF-0EB6-F2A8-7396597A2117}"/>
          </ac:spMkLst>
        </pc:spChg>
        <pc:spChg chg="mod">
          <ac:chgData name="Yingnan Bing" userId="776b6d27-eb06-42d5-96f5-ac63807e2770" providerId="ADAL" clId="{00693B46-295C-4CAB-8659-92405573F3DE}" dt="2026-03-10T02:26:10.854" v="2327" actId="27636"/>
          <ac:spMkLst>
            <pc:docMk/>
            <pc:sldMk cId="1565818314" sldId="311"/>
            <ac:spMk id="6" creationId="{236A69E5-7236-CFFB-1C5F-557330A18A23}"/>
          </ac:spMkLst>
        </pc:spChg>
      </pc:sldChg>
      <pc:sldChg chg="modSp new mod modShow">
        <pc:chgData name="Yingnan Bing" userId="776b6d27-eb06-42d5-96f5-ac63807e2770" providerId="ADAL" clId="{00693B46-295C-4CAB-8659-92405573F3DE}" dt="2026-03-10T05:21:49.887" v="4112" actId="729"/>
        <pc:sldMkLst>
          <pc:docMk/>
          <pc:sldMk cId="1542181355" sldId="312"/>
        </pc:sldMkLst>
        <pc:spChg chg="mod">
          <ac:chgData name="Yingnan Bing" userId="776b6d27-eb06-42d5-96f5-ac63807e2770" providerId="ADAL" clId="{00693B46-295C-4CAB-8659-92405573F3DE}" dt="2026-03-10T02:27:08.719" v="2351" actId="20577"/>
          <ac:spMkLst>
            <pc:docMk/>
            <pc:sldMk cId="1542181355" sldId="312"/>
            <ac:spMk id="2" creationId="{3C53510A-6ABF-C10C-02D1-F8513F87231C}"/>
          </ac:spMkLst>
        </pc:spChg>
        <pc:spChg chg="mod">
          <ac:chgData name="Yingnan Bing" userId="776b6d27-eb06-42d5-96f5-ac63807e2770" providerId="ADAL" clId="{00693B46-295C-4CAB-8659-92405573F3DE}" dt="2026-03-10T05:19:54.132" v="4111"/>
          <ac:spMkLst>
            <pc:docMk/>
            <pc:sldMk cId="1542181355" sldId="312"/>
            <ac:spMk id="3" creationId="{3DB0D508-2D56-436D-CF78-C394A05294A4}"/>
          </ac:spMkLst>
        </pc:spChg>
        <pc:spChg chg="mod">
          <ac:chgData name="Yingnan Bing" userId="776b6d27-eb06-42d5-96f5-ac63807e2770" providerId="ADAL" clId="{00693B46-295C-4CAB-8659-92405573F3DE}" dt="2026-03-10T02:41:12.913" v="2383" actId="27636"/>
          <ac:spMkLst>
            <pc:docMk/>
            <pc:sldMk cId="1542181355" sldId="312"/>
            <ac:spMk id="6" creationId="{C3869379-AA65-BDBE-05D6-C42B76510C34}"/>
          </ac:spMkLst>
        </pc:spChg>
      </pc:sldChg>
      <pc:sldChg chg="delSp modSp new mod modNotesTx">
        <pc:chgData name="Yingnan Bing" userId="776b6d27-eb06-42d5-96f5-ac63807e2770" providerId="ADAL" clId="{00693B46-295C-4CAB-8659-92405573F3DE}" dt="2026-03-11T05:55:42.514" v="6194" actId="20577"/>
        <pc:sldMkLst>
          <pc:docMk/>
          <pc:sldMk cId="755978779" sldId="313"/>
        </pc:sldMkLst>
        <pc:spChg chg="mod">
          <ac:chgData name="Yingnan Bing" userId="776b6d27-eb06-42d5-96f5-ac63807e2770" providerId="ADAL" clId="{00693B46-295C-4CAB-8659-92405573F3DE}" dt="2026-03-11T05:55:42.514" v="6194" actId="20577"/>
          <ac:spMkLst>
            <pc:docMk/>
            <pc:sldMk cId="755978779" sldId="313"/>
            <ac:spMk id="2" creationId="{948BE739-17D1-14C8-0FC5-17CCE2AE2FCD}"/>
          </ac:spMkLst>
        </pc:spChg>
        <pc:spChg chg="mod">
          <ac:chgData name="Yingnan Bing" userId="776b6d27-eb06-42d5-96f5-ac63807e2770" providerId="ADAL" clId="{00693B46-295C-4CAB-8659-92405573F3DE}" dt="2026-03-10T05:40:22.859" v="4870" actId="20577"/>
          <ac:spMkLst>
            <pc:docMk/>
            <pc:sldMk cId="755978779" sldId="313"/>
            <ac:spMk id="3" creationId="{E4E45DFC-1DFF-A4CC-2AF9-52AAF66003CB}"/>
          </ac:spMkLst>
        </pc:spChg>
        <pc:spChg chg="del">
          <ac:chgData name="Yingnan Bing" userId="776b6d27-eb06-42d5-96f5-ac63807e2770" providerId="ADAL" clId="{00693B46-295C-4CAB-8659-92405573F3DE}" dt="2026-03-10T04:40:35.347" v="3597" actId="478"/>
          <ac:spMkLst>
            <pc:docMk/>
            <pc:sldMk cId="755978779" sldId="313"/>
            <ac:spMk id="6" creationId="{CFAA4A7C-6238-A700-2314-7D07CBAC0222}"/>
          </ac:spMkLst>
        </pc:spChg>
      </pc:sldChg>
      <pc:sldChg chg="add modTransition">
        <pc:chgData name="Yingnan Bing" userId="776b6d27-eb06-42d5-96f5-ac63807e2770" providerId="ADAL" clId="{00693B46-295C-4CAB-8659-92405573F3DE}" dt="2026-03-10T05:23:40.874" v="4118"/>
        <pc:sldMkLst>
          <pc:docMk/>
          <pc:sldMk cId="3449783023" sldId="336"/>
        </pc:sldMkLst>
      </pc:sldChg>
      <pc:sldChg chg="add modTransition">
        <pc:chgData name="Yingnan Bing" userId="776b6d27-eb06-42d5-96f5-ac63807e2770" providerId="ADAL" clId="{00693B46-295C-4CAB-8659-92405573F3DE}" dt="2026-03-10T05:23:40.874" v="4118"/>
        <pc:sldMkLst>
          <pc:docMk/>
          <pc:sldMk cId="1560847869" sldId="3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D3DBBB-9083-48F2-A813-7157E7295ADE}" type="datetimeFigureOut">
              <a:rPr kumimoji="1" lang="ja-JP" altLang="en-US" smtClean="0"/>
              <a:t>2026/3/12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480E5D-39F6-4F21-9D62-24BE8E9E0E37}" type="slidenum">
              <a:rPr kumimoji="1" lang="ja-JP" altLang="en-US" smtClean="0"/>
              <a:t>‹#›</a:t>
            </a:fld>
            <a:endParaRPr kumimoji="1" lang="ja-JP" altLang="en-US"/>
          </a:p>
        </p:txBody>
      </p:sp>
    </p:spTree>
    <p:extLst>
      <p:ext uri="{BB962C8B-B14F-4D97-AF65-F5344CB8AC3E}">
        <p14:creationId xmlns:p14="http://schemas.microsoft.com/office/powerpoint/2010/main" val="5161729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それでは、というタイトルで発表させていただきます。</a:t>
            </a:r>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1</a:t>
            </a:fld>
            <a:endParaRPr kumimoji="1" lang="ja-JP" altLang="en-US"/>
          </a:p>
        </p:txBody>
      </p:sp>
    </p:spTree>
    <p:extLst>
      <p:ext uri="{BB962C8B-B14F-4D97-AF65-F5344CB8AC3E}">
        <p14:creationId xmlns:p14="http://schemas.microsoft.com/office/powerpoint/2010/main" val="1357631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15EB0-DC71-E2DF-AB22-57FA9BD3F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8AE8F-FF64-3932-53E0-C50A39974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3A582-5E41-02F7-0BAF-BC0864DA61B1}"/>
              </a:ext>
            </a:extLst>
          </p:cNvPr>
          <p:cNvSpPr>
            <a:spLocks noGrp="1"/>
          </p:cNvSpPr>
          <p:nvPr>
            <p:ph type="body" idx="1"/>
          </p:nvPr>
        </p:nvSpPr>
        <p:spPr/>
        <p:txBody>
          <a:bodyPr/>
          <a:lstStyle/>
          <a:p>
            <a:r>
              <a:rPr kumimoji="1" lang="ja-JP" altLang="en-US" dirty="0"/>
              <a:t>なぜこのテーマにしたという背景を説明します。</a:t>
            </a:r>
            <a:endParaRPr kumimoji="1" lang="en-US" altLang="ja-JP" dirty="0"/>
          </a:p>
          <a:p>
            <a:r>
              <a:rPr kumimoji="1" lang="ja-JP" altLang="en-US" dirty="0"/>
              <a:t>今年の</a:t>
            </a:r>
            <a:r>
              <a:rPr kumimoji="1" lang="en-US" altLang="ja-JP" dirty="0"/>
              <a:t>1</a:t>
            </a:r>
            <a:r>
              <a:rPr kumimoji="1" lang="ja-JP" altLang="en-US" dirty="0"/>
              <a:t>月、</a:t>
            </a:r>
            <a:r>
              <a:rPr lang="en-US" altLang="ja-JP" sz="1200" dirty="0">
                <a:solidFill>
                  <a:schemeClr val="tx1"/>
                </a:solidFill>
              </a:rPr>
              <a:t>NVIDIA</a:t>
            </a:r>
            <a:r>
              <a:rPr lang="ja-JP" altLang="en-US" sz="1200" dirty="0">
                <a:solidFill>
                  <a:schemeClr val="tx1"/>
                </a:solidFill>
              </a:rPr>
              <a:t>の</a:t>
            </a:r>
            <a:r>
              <a:rPr lang="en-US" altLang="ja-JP" sz="1200" dirty="0">
                <a:solidFill>
                  <a:schemeClr val="tx1"/>
                </a:solidFill>
              </a:rPr>
              <a:t>CEO </a:t>
            </a:r>
            <a:r>
              <a:rPr lang="en-US" altLang="zh-CN" sz="1200" dirty="0" err="1">
                <a:solidFill>
                  <a:schemeClr val="tx1"/>
                </a:solidFill>
              </a:rPr>
              <a:t>huang</a:t>
            </a:r>
            <a:r>
              <a:rPr lang="ja-JP" altLang="en-US" sz="1200" dirty="0">
                <a:solidFill>
                  <a:schemeClr val="tx1"/>
                </a:solidFill>
              </a:rPr>
              <a:t>さんは</a:t>
            </a:r>
            <a:r>
              <a:rPr lang="en-US" altLang="ja-JP" sz="1200" dirty="0">
                <a:solidFill>
                  <a:schemeClr val="tx1"/>
                </a:solidFill>
              </a:rPr>
              <a:t>CES</a:t>
            </a:r>
            <a:r>
              <a:rPr lang="ja-JP" altLang="en-US" sz="1200" dirty="0">
                <a:solidFill>
                  <a:schemeClr val="tx1"/>
                </a:solidFill>
              </a:rPr>
              <a:t>の基調講演で</a:t>
            </a:r>
            <a:r>
              <a:rPr lang="en-US" altLang="ja-JP" sz="1200" dirty="0">
                <a:solidFill>
                  <a:schemeClr val="tx1"/>
                </a:solidFill>
              </a:rPr>
              <a:t>”ChatGPT moment for physical AI”</a:t>
            </a:r>
            <a:r>
              <a:rPr lang="ja-JP" altLang="en-US" sz="1200" dirty="0">
                <a:solidFill>
                  <a:schemeClr val="tx1"/>
                </a:solidFill>
              </a:rPr>
              <a:t>が来ると宣言しました。</a:t>
            </a:r>
            <a:endParaRPr lang="en-US" altLang="ja-JP" sz="1200" dirty="0">
              <a:solidFill>
                <a:schemeClr val="tx1"/>
              </a:solidFill>
            </a:endParaRPr>
          </a:p>
          <a:p>
            <a:r>
              <a:rPr kumimoji="1" lang="en-US" altLang="ja-JP" dirty="0"/>
              <a:t>Physical AI </a:t>
            </a:r>
            <a:r>
              <a:rPr kumimoji="1" lang="ja-JP" altLang="en-US" dirty="0"/>
              <a:t>を</a:t>
            </a:r>
            <a:r>
              <a:rPr kumimoji="1" lang="en-US" altLang="ja-JP" dirty="0"/>
              <a:t>NVIDIA </a:t>
            </a:r>
            <a:r>
              <a:rPr kumimoji="1" lang="ja-JP" altLang="en-US" dirty="0"/>
              <a:t>が今後の 中長期の重点戦略領域 と位置づけていることを示唆している。</a:t>
            </a:r>
            <a:endParaRPr kumimoji="1" lang="en-US" altLang="ja-JP" dirty="0"/>
          </a:p>
          <a:p>
            <a:r>
              <a:rPr kumimoji="1" lang="en-US" altLang="ja-JP" dirty="0"/>
              <a:t>NVIDIA</a:t>
            </a:r>
            <a:r>
              <a:rPr kumimoji="1" lang="ja-JP" altLang="en-US" dirty="0"/>
              <a:t>はグラフィック技術と</a:t>
            </a:r>
            <a:r>
              <a:rPr kumimoji="1" lang="en-US" altLang="ja-JP" dirty="0"/>
              <a:t>AI</a:t>
            </a:r>
            <a:r>
              <a:rPr kumimoji="1" lang="ja-JP" altLang="en-US" dirty="0"/>
              <a:t>分野で世界をリードする企業で、近年深層学習の普及と</a:t>
            </a:r>
            <a:r>
              <a:rPr kumimoji="1" lang="en-US" altLang="ja-JP" dirty="0"/>
              <a:t>LLM</a:t>
            </a:r>
            <a:r>
              <a:rPr kumimoji="1" lang="ja-JP" altLang="en-US" dirty="0"/>
              <a:t>について大きな潮流の中で、チップ開発、</a:t>
            </a:r>
            <a:r>
              <a:rPr kumimoji="1" lang="en-US" altLang="ja-JP" dirty="0"/>
              <a:t>AI</a:t>
            </a:r>
            <a:r>
              <a:rPr kumimoji="1" lang="ja-JP" altLang="en-US" dirty="0"/>
              <a:t>のインフラ構築はよくできている。圧倒的なシェアを持っている。開発のタイミングを的確に捉えることができた、市場トレンドを見極めることが強いと思われています。</a:t>
            </a:r>
            <a:endParaRPr kumimoji="1" lang="en-US" altLang="ja-JP" dirty="0"/>
          </a:p>
          <a:p>
            <a:r>
              <a:rPr kumimoji="1" lang="ja-JP" altLang="en-US" dirty="0"/>
              <a:t>恐らく今後ますますよく聞かれる言葉になるかなと思って、今回の勉強会の目標は皆さん少し物理</a:t>
            </a:r>
            <a:r>
              <a:rPr kumimoji="1" lang="en-US" altLang="ja-JP" dirty="0"/>
              <a:t>AI</a:t>
            </a:r>
            <a:r>
              <a:rPr kumimoji="1" lang="ja-JP" altLang="en-US" dirty="0"/>
              <a:t>について知っておきたいということです。</a:t>
            </a:r>
          </a:p>
          <a:p>
            <a:endParaRPr kumimoji="1" lang="en-US" altLang="ja-JP" dirty="0"/>
          </a:p>
        </p:txBody>
      </p:sp>
      <p:sp>
        <p:nvSpPr>
          <p:cNvPr id="4" name="Slide Number Placeholder 3">
            <a:extLst>
              <a:ext uri="{FF2B5EF4-FFF2-40B4-BE49-F238E27FC236}">
                <a16:creationId xmlns:a16="http://schemas.microsoft.com/office/drawing/2014/main" id="{85D785DC-0DC9-CD4B-27D3-002F637A31C0}"/>
              </a:ext>
            </a:extLst>
          </p:cNvPr>
          <p:cNvSpPr>
            <a:spLocks noGrp="1"/>
          </p:cNvSpPr>
          <p:nvPr>
            <p:ph type="sldNum" sz="quarter" idx="5"/>
          </p:nvPr>
        </p:nvSpPr>
        <p:spPr/>
        <p:txBody>
          <a:bodyPr/>
          <a:lstStyle/>
          <a:p>
            <a:fld id="{09480E5D-39F6-4F21-9D62-24BE8E9E0E37}" type="slidenum">
              <a:rPr kumimoji="1" lang="ja-JP" altLang="en-US" smtClean="0"/>
              <a:t>2</a:t>
            </a:fld>
            <a:endParaRPr kumimoji="1" lang="ja-JP" altLang="en-US"/>
          </a:p>
        </p:txBody>
      </p:sp>
    </p:spTree>
    <p:extLst>
      <p:ext uri="{BB962C8B-B14F-4D97-AF65-F5344CB8AC3E}">
        <p14:creationId xmlns:p14="http://schemas.microsoft.com/office/powerpoint/2010/main" val="2711457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概要は以下四つに分けて話します。まず物理</a:t>
            </a:r>
            <a:r>
              <a:rPr kumimoji="1" lang="en-US" altLang="ja-JP" dirty="0"/>
              <a:t>AI</a:t>
            </a:r>
            <a:r>
              <a:rPr kumimoji="1" lang="ja-JP" altLang="en-US" dirty="0"/>
              <a:t>の定義、次はなぜ注目されているか、それから基本的な仕組みを説明して、最後</a:t>
            </a:r>
            <a:r>
              <a:rPr lang="ja-JP" altLang="en-US" sz="1200" dirty="0">
                <a:solidFill>
                  <a:schemeClr val="tx1"/>
                </a:solidFill>
              </a:rPr>
              <a:t>リガクと関係しそうな事例</a:t>
            </a:r>
            <a:r>
              <a:rPr kumimoji="1" lang="ja-JP" altLang="en-US" dirty="0"/>
              <a:t>という順で話します。</a:t>
            </a:r>
            <a:br>
              <a:rPr kumimoji="1" lang="en-US" altLang="ja-JP" dirty="0"/>
            </a:br>
            <a:endParaRPr kumimoji="1" lang="en-US" altLang="ja-JP" dirty="0"/>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3</a:t>
            </a:fld>
            <a:endParaRPr kumimoji="1" lang="ja-JP" altLang="en-US"/>
          </a:p>
        </p:txBody>
      </p:sp>
    </p:spTree>
    <p:extLst>
      <p:ext uri="{BB962C8B-B14F-4D97-AF65-F5344CB8AC3E}">
        <p14:creationId xmlns:p14="http://schemas.microsoft.com/office/powerpoint/2010/main" val="3923192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物理</a:t>
            </a:r>
            <a:r>
              <a:rPr lang="en-US" altLang="ja-JP" dirty="0"/>
              <a:t>AI</a:t>
            </a:r>
            <a:r>
              <a:rPr lang="ja-JP" altLang="en-US" dirty="0"/>
              <a:t>（</a:t>
            </a:r>
            <a:r>
              <a:rPr lang="en-US" altLang="ja-JP" dirty="0"/>
              <a:t>Physical AI</a:t>
            </a:r>
            <a:r>
              <a:rPr lang="ja-JP" altLang="en-US" dirty="0"/>
              <a:t>）とは物理世界の状態を推定し、未来を予測しながら、自律的に行動を決める</a:t>
            </a:r>
            <a:r>
              <a:rPr lang="en-US" altLang="ja-JP" dirty="0"/>
              <a:t>AI</a:t>
            </a:r>
            <a:r>
              <a:rPr lang="ja-JP" altLang="en-US" dirty="0"/>
              <a:t>　</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馴染みがある</a:t>
            </a:r>
            <a:r>
              <a:rPr lang="en-US" altLang="ja-JP" dirty="0"/>
              <a:t>LLM</a:t>
            </a:r>
            <a:r>
              <a:rPr lang="ja-JP" altLang="en-US" dirty="0"/>
              <a:t>と比較すると、</a:t>
            </a:r>
            <a:r>
              <a:rPr lang="en-US" altLang="ja-JP" dirty="0"/>
              <a:t>LLM</a:t>
            </a:r>
            <a:r>
              <a:rPr lang="ja-JP" altLang="en-US" dirty="0"/>
              <a:t>がテキストの「単語の並びの確率」を学習する、その一方で物理</a:t>
            </a:r>
            <a:r>
              <a:rPr lang="en-US" altLang="ja-JP" dirty="0"/>
              <a:t>AI: </a:t>
            </a:r>
            <a:r>
              <a:rPr lang="ja-JP" altLang="en-US" dirty="0"/>
              <a:t>世界の</a:t>
            </a:r>
            <a:r>
              <a:rPr lang="ja-JP" altLang="en-US" b="1" dirty="0"/>
              <a:t>物理法則</a:t>
            </a:r>
            <a:r>
              <a:rPr lang="ja-JP" altLang="en-US" dirty="0"/>
              <a:t>・</a:t>
            </a:r>
            <a:r>
              <a:rPr lang="ja-JP" altLang="en-US" b="1" dirty="0"/>
              <a:t>因果関係</a:t>
            </a:r>
            <a:r>
              <a:rPr lang="ja-JP" altLang="en-US" dirty="0"/>
              <a:t>を学習するものです。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簡単にいうと、</a:t>
            </a:r>
            <a:r>
              <a:rPr lang="en-US" altLang="ja-JP" dirty="0" err="1"/>
              <a:t>llm</a:t>
            </a:r>
            <a:r>
              <a:rPr lang="ja-JP" altLang="en-US" dirty="0"/>
              <a:t>が人間の言葉だけ操るもんで、物理</a:t>
            </a:r>
            <a:r>
              <a:rPr lang="en-US" altLang="ja-JP" dirty="0"/>
              <a:t>ai</a:t>
            </a:r>
            <a:r>
              <a:rPr lang="ja-JP" altLang="en-US" dirty="0"/>
              <a:t>であれば、</a:t>
            </a:r>
            <a:r>
              <a:rPr lang="ja-JP" altLang="en-US" dirty="0">
                <a:solidFill>
                  <a:schemeClr val="tx1"/>
                </a:solidFill>
              </a:rPr>
              <a:t>物理世界で「見て、考えて、動く」ことができるようになる、物理</a:t>
            </a:r>
            <a:r>
              <a:rPr lang="en-US" altLang="ja-JP" dirty="0">
                <a:solidFill>
                  <a:schemeClr val="tx1"/>
                </a:solidFill>
              </a:rPr>
              <a:t>ai</a:t>
            </a:r>
            <a:r>
              <a:rPr lang="ja-JP" altLang="en-US" dirty="0">
                <a:solidFill>
                  <a:schemeClr val="tx1"/>
                </a:solidFill>
              </a:rPr>
              <a:t>はそういうものです。</a:t>
            </a:r>
            <a:endParaRPr lang="ja-JP" altLang="en-US" dirty="0"/>
          </a:p>
          <a:p>
            <a:endParaRPr kumimoji="1" lang="ja-JP" altLang="en-US" dirty="0"/>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4</a:t>
            </a:fld>
            <a:endParaRPr kumimoji="1" lang="ja-JP" altLang="en-US"/>
          </a:p>
        </p:txBody>
      </p:sp>
    </p:spTree>
    <p:extLst>
      <p:ext uri="{BB962C8B-B14F-4D97-AF65-F5344CB8AC3E}">
        <p14:creationId xmlns:p14="http://schemas.microsoft.com/office/powerpoint/2010/main" val="3341870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これから二つの実現事例を説明します、ロボットや車の自動運転　これは車やロボットの周りにセンサーがあって、それで</a:t>
            </a:r>
            <a:r>
              <a:rPr lang="ja-JP" altLang="en-US" dirty="0"/>
              <a:t>周辺環境を認識、</a:t>
            </a:r>
            <a:r>
              <a:rPr lang="en-US" altLang="ja-JP" dirty="0"/>
              <a:t>AI</a:t>
            </a:r>
            <a:r>
              <a:rPr lang="ja-JP" altLang="en-US" dirty="0"/>
              <a:t>が理解し、適切な行動を行う。この行動によって、周辺環境が変わられて、また認識して、</a:t>
            </a:r>
            <a:r>
              <a:rPr lang="en-US" altLang="ja-JP" dirty="0"/>
              <a:t>AI</a:t>
            </a:r>
            <a:r>
              <a:rPr lang="ja-JP" altLang="en-US" dirty="0"/>
              <a:t>理解、という繰り返しのことです。</a:t>
            </a:r>
            <a:endParaRPr lang="en-US" altLang="ja-JP" dirty="0"/>
          </a:p>
          <a:p>
            <a:r>
              <a:rPr kumimoji="1" lang="ja-JP" altLang="en-US" dirty="0"/>
              <a:t>マニピュレーターは、何かを掴む時には、そのものの形状大きさによって、どれくらいの力を使うか、ものを掴んでから　またものの状態、例えば持っている間の重心などによって、安定にキャッチできるために、さらに細かく調整するとか。物理</a:t>
            </a:r>
            <a:r>
              <a:rPr kumimoji="1" lang="en-US" altLang="ja-JP" dirty="0"/>
              <a:t>AI</a:t>
            </a:r>
            <a:r>
              <a:rPr kumimoji="1" lang="ja-JP" altLang="en-US" dirty="0"/>
              <a:t>はこういうタスクに向いています。</a:t>
            </a:r>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5</a:t>
            </a:fld>
            <a:endParaRPr kumimoji="1" lang="ja-JP" altLang="en-US"/>
          </a:p>
        </p:txBody>
      </p:sp>
    </p:spTree>
    <p:extLst>
      <p:ext uri="{BB962C8B-B14F-4D97-AF65-F5344CB8AC3E}">
        <p14:creationId xmlns:p14="http://schemas.microsoft.com/office/powerpoint/2010/main" val="2781386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なぜ注目される、ここ二つに分けて、一つは工場など現場の課題、人手不足、危険な作業は、ロボットはやったら人間が楽になるということ、二つ目は</a:t>
            </a:r>
            <a:endParaRPr kumimoji="1" lang="en-US" altLang="ja-JP" dirty="0"/>
          </a:p>
          <a:p>
            <a:r>
              <a:rPr kumimoji="1" lang="en-US" altLang="ja-JP" dirty="0"/>
              <a:t>AI</a:t>
            </a:r>
            <a:r>
              <a:rPr kumimoji="1" lang="ja-JP" altLang="en-US" dirty="0"/>
              <a:t>技術の成熟　</a:t>
            </a:r>
            <a:r>
              <a:rPr kumimoji="1" lang="en-US" altLang="ja-JP" dirty="0"/>
              <a:t>LLM</a:t>
            </a:r>
            <a:r>
              <a:rPr kumimoji="1" lang="ja-JP" altLang="en-US" dirty="0"/>
              <a:t>の普及の　</a:t>
            </a:r>
            <a:r>
              <a:rPr kumimoji="1" lang="en-US" altLang="ja-JP" dirty="0"/>
              <a:t>AI</a:t>
            </a:r>
            <a:r>
              <a:rPr kumimoji="1" lang="ja-JP" altLang="en-US" dirty="0"/>
              <a:t>のインフラが簡単に構築できることも要因の一つです。</a:t>
            </a:r>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6</a:t>
            </a:fld>
            <a:endParaRPr kumimoji="1" lang="ja-JP" altLang="en-US"/>
          </a:p>
        </p:txBody>
      </p:sp>
    </p:spTree>
    <p:extLst>
      <p:ext uri="{BB962C8B-B14F-4D97-AF65-F5344CB8AC3E}">
        <p14:creationId xmlns:p14="http://schemas.microsoft.com/office/powerpoint/2010/main" val="146085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基本的な仕組みを説明しま</a:t>
            </a:r>
            <a:r>
              <a:rPr lang="ja-JP" altLang="en-US"/>
              <a:t>す。</a:t>
            </a:r>
            <a:br>
              <a:rPr lang="en-US" altLang="ja-JP" dirty="0"/>
            </a:br>
            <a:r>
              <a:rPr lang="ja-JP" altLang="en-US" dirty="0"/>
              <a:t>プロセスとしては、認知、判断、行動繰り返しになります。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このシステムはどう作る？</a:t>
            </a:r>
            <a:r>
              <a:rPr lang="en-US" altLang="ja-JP" dirty="0"/>
              <a:t>AI</a:t>
            </a:r>
            <a:r>
              <a:rPr lang="ja-JP" altLang="en-US" dirty="0"/>
              <a:t>はどう学習するかというと　もちろん物理的な因果関係法則を満たしている環境が必要ですね。</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現実世界で学習はコストが高すぎるので、シミュレーターを使う場合が多いです。もちろん最終目的は現実なので、シミュレーターでの学習終わってから、現実に転移する形です。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右上</a:t>
            </a:r>
            <a:r>
              <a:rPr lang="en-US" altLang="ja-JP" dirty="0"/>
              <a:t>NVIDIA</a:t>
            </a:r>
            <a:r>
              <a:rPr lang="ja-JP" altLang="en-US" dirty="0"/>
              <a:t>作ったシミュレーターと</a:t>
            </a:r>
            <a:r>
              <a:rPr lang="en-US" altLang="ja-JP" dirty="0"/>
              <a:t>AI</a:t>
            </a:r>
            <a:r>
              <a:rPr lang="ja-JP" altLang="en-US" dirty="0"/>
              <a:t>モデルです。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dirty="0">
                <a:solidFill>
                  <a:schemeClr val="tx1"/>
                </a:solidFill>
                <a:effectLst/>
                <a:latin typeface="+mn-lt"/>
                <a:ea typeface="+mn-ea"/>
                <a:cs typeface="+mn-cs"/>
              </a:rPr>
              <a:t>実際にコップを何万回も掴む必要があります。これを現実世界で行うのは、時間・コスト・安全面で非現実的です。</a:t>
            </a:r>
          </a:p>
          <a:p>
            <a:r>
              <a:rPr kumimoji="1" lang="ja-JP" altLang="en-US" sz="1200" b="0" i="0" kern="1200" dirty="0">
                <a:solidFill>
                  <a:schemeClr val="tx1"/>
                </a:solidFill>
                <a:effectLst/>
                <a:latin typeface="+mn-lt"/>
                <a:ea typeface="+mn-ea"/>
                <a:cs typeface="+mn-cs"/>
              </a:rPr>
              <a:t>この問題を解決するのが</a:t>
            </a:r>
            <a:r>
              <a:rPr kumimoji="1" lang="en-US" altLang="ja-JP" sz="1200" b="1" i="0" kern="1200" dirty="0">
                <a:solidFill>
                  <a:schemeClr val="tx1"/>
                </a:solidFill>
                <a:effectLst/>
                <a:latin typeface="+mn-lt"/>
                <a:ea typeface="+mn-ea"/>
                <a:cs typeface="+mn-cs"/>
              </a:rPr>
              <a:t>sim-to-real</a:t>
            </a:r>
            <a:r>
              <a:rPr kumimoji="1" lang="ja-JP" altLang="en-US" sz="1200" b="1" i="0" kern="1200" dirty="0">
                <a:solidFill>
                  <a:schemeClr val="tx1"/>
                </a:solidFill>
                <a:effectLst/>
                <a:latin typeface="+mn-lt"/>
                <a:ea typeface="+mn-ea"/>
                <a:cs typeface="+mn-cs"/>
              </a:rPr>
              <a:t>転移</a:t>
            </a:r>
            <a:r>
              <a:rPr kumimoji="1" lang="ja-JP" altLang="en-US" sz="1200" b="0" i="0" kern="1200" dirty="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Simulation-to-Reality Transfer</a:t>
            </a:r>
            <a:r>
              <a:rPr kumimoji="1" lang="ja-JP" altLang="en-US" sz="1200" b="0" i="0" kern="1200" dirty="0">
                <a:solidFill>
                  <a:schemeClr val="tx1"/>
                </a:solidFill>
                <a:effectLst/>
                <a:latin typeface="+mn-lt"/>
                <a:ea typeface="+mn-ea"/>
                <a:cs typeface="+mn-cs"/>
              </a:rPr>
              <a:t>）です。デジタルツイン環境で数百万回のシミュレーションを行い、その学習結果を実機に転移します。</a:t>
            </a:r>
          </a:p>
          <a:p>
            <a:endParaRPr kumimoji="1" lang="ja-JP" altLang="en-US" dirty="0"/>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7</a:t>
            </a:fld>
            <a:endParaRPr kumimoji="1" lang="ja-JP" altLang="en-US"/>
          </a:p>
        </p:txBody>
      </p:sp>
    </p:spTree>
    <p:extLst>
      <p:ext uri="{BB962C8B-B14F-4D97-AF65-F5344CB8AC3E}">
        <p14:creationId xmlns:p14="http://schemas.microsoft.com/office/powerpoint/2010/main" val="2651127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dirty="0"/>
              <a:t>リガクでの想定活用事例を話します。</a:t>
            </a:r>
            <a:endParaRPr kumimoji="1" lang="en-US" altLang="ja-JP" dirty="0"/>
          </a:p>
          <a:p>
            <a:r>
              <a:rPr kumimoji="1" lang="ja-JP" altLang="en-US" dirty="0"/>
              <a:t>実際に生産や材料開発見たことがないですが、想定として書きました。</a:t>
            </a:r>
            <a:endParaRPr kumimoji="1" lang="en-US" altLang="ja-JP" dirty="0"/>
          </a:p>
          <a:p>
            <a:r>
              <a:rPr kumimoji="1" lang="ja-JP" altLang="en-US" dirty="0"/>
              <a:t>生産現場で装置の一部の組み立てと人間にとって危険な作業はロボットに任せることと搬送ロボットで搬送の効率化。</a:t>
            </a:r>
            <a:endParaRPr kumimoji="1" lang="en-US" altLang="ja-JP" dirty="0"/>
          </a:p>
          <a:p>
            <a:r>
              <a:rPr kumimoji="1" lang="ja-JP" altLang="en-US" dirty="0"/>
              <a:t>材料研究をさらに自動化をさせる、こうやったら壊すという物理知識が持って、高精度もっと丁寧に取り扱いとか。こういうタスクは物理</a:t>
            </a:r>
            <a:r>
              <a:rPr kumimoji="1" lang="en-US" altLang="ja-JP" dirty="0"/>
              <a:t>AI</a:t>
            </a:r>
            <a:r>
              <a:rPr kumimoji="1" lang="ja-JP" altLang="en-US" dirty="0"/>
              <a:t>で実現する可能性が高いと思います。</a:t>
            </a:r>
            <a:endParaRPr kumimoji="1" lang="en-US" altLang="ja-JP" dirty="0"/>
          </a:p>
        </p:txBody>
      </p:sp>
      <p:sp>
        <p:nvSpPr>
          <p:cNvPr id="4" name="Slide Number Placeholder 3"/>
          <p:cNvSpPr>
            <a:spLocks noGrp="1"/>
          </p:cNvSpPr>
          <p:nvPr>
            <p:ph type="sldNum" sz="quarter" idx="5"/>
          </p:nvPr>
        </p:nvSpPr>
        <p:spPr/>
        <p:txBody>
          <a:bodyPr/>
          <a:lstStyle/>
          <a:p>
            <a:fld id="{09480E5D-39F6-4F21-9D62-24BE8E9E0E37}" type="slidenum">
              <a:rPr kumimoji="1" lang="ja-JP" altLang="en-US" smtClean="0"/>
              <a:t>8</a:t>
            </a:fld>
            <a:endParaRPr kumimoji="1" lang="ja-JP" altLang="en-US"/>
          </a:p>
        </p:txBody>
      </p:sp>
    </p:spTree>
    <p:extLst>
      <p:ext uri="{BB962C8B-B14F-4D97-AF65-F5344CB8AC3E}">
        <p14:creationId xmlns:p14="http://schemas.microsoft.com/office/powerpoint/2010/main" val="35055802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Page">
    <p:spTree>
      <p:nvGrpSpPr>
        <p:cNvPr id="1" name=""/>
        <p:cNvGrpSpPr/>
        <p:nvPr/>
      </p:nvGrpSpPr>
      <p:grpSpPr>
        <a:xfrm>
          <a:off x="0" y="0"/>
          <a:ext cx="0" cy="0"/>
          <a:chOff x="0" y="0"/>
          <a:chExt cx="0" cy="0"/>
        </a:xfrm>
      </p:grpSpPr>
      <p:sp>
        <p:nvSpPr>
          <p:cNvPr id="16" name="Picture Placeholder 7"/>
          <p:cNvSpPr>
            <a:spLocks noGrp="1"/>
          </p:cNvSpPr>
          <p:nvPr>
            <p:ph type="pic" sz="quarter" idx="20" hasCustomPrompt="1"/>
          </p:nvPr>
        </p:nvSpPr>
        <p:spPr>
          <a:xfrm>
            <a:off x="0" y="0"/>
            <a:ext cx="12192000" cy="4343399"/>
          </a:xfrm>
          <a:blipFill>
            <a:blip r:embed="rId2"/>
            <a:stretch>
              <a:fillRect/>
            </a:stretch>
          </a:blipFill>
        </p:spPr>
        <p:txBody>
          <a:bodyPr bIns="640080" anchor="b" anchorCtr="0">
            <a:normAutofit/>
          </a:bodyPr>
          <a:lstStyle>
            <a:lvl1pPr marL="0" indent="0" algn="ctr">
              <a:buFontTx/>
              <a:buNone/>
              <a:defRPr sz="2400" b="1" i="1">
                <a:solidFill>
                  <a:schemeClr val="accent6">
                    <a:lumMod val="90000"/>
                  </a:schemeClr>
                </a:solidFill>
                <a:latin typeface="メイリオ" panose="020B0604030504040204" pitchFamily="50" charset="-128"/>
                <a:ea typeface="メイリオ" panose="020B0604030504040204" pitchFamily="50" charset="-128"/>
              </a:defRPr>
            </a:lvl1pPr>
          </a:lstStyle>
          <a:p>
            <a:r>
              <a:rPr lang="en-US"/>
              <a:t> </a:t>
            </a:r>
          </a:p>
        </p:txBody>
      </p:sp>
      <p:sp>
        <p:nvSpPr>
          <p:cNvPr id="5" name="Text Placeholder 2"/>
          <p:cNvSpPr>
            <a:spLocks noGrp="1"/>
          </p:cNvSpPr>
          <p:nvPr>
            <p:ph type="body" idx="14" hasCustomPrompt="1"/>
          </p:nvPr>
        </p:nvSpPr>
        <p:spPr>
          <a:xfrm>
            <a:off x="838200" y="2903781"/>
            <a:ext cx="10515600" cy="1431026"/>
          </a:xfrm>
        </p:spPr>
        <p:txBody>
          <a:bodyPr anchor="b" anchorCtr="0">
            <a:noAutofit/>
          </a:bodyPr>
          <a:lstStyle>
            <a:lvl1pPr marL="0" indent="0" algn="ctr">
              <a:buNone/>
              <a:defRPr sz="4000" b="1" cap="none"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ja-JP" altLang="en-US">
                <a:latin typeface="MS Gothic" panose="020B0609070205080204" pitchFamily="49" charset="-128"/>
                <a:ea typeface="MS Gothic" panose="020B0609070205080204" pitchFamily="49" charset="-128"/>
              </a:rPr>
              <a:t>タイトル </a:t>
            </a:r>
            <a:r>
              <a:rPr lang="en-US" altLang="ja-JP"/>
              <a:t>– TITLE</a:t>
            </a:r>
            <a:endParaRPr lang="en-US"/>
          </a:p>
        </p:txBody>
      </p:sp>
      <p:pic>
        <p:nvPicPr>
          <p:cNvPr id="12"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15" name="Rectangle 14"/>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6"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7" name="Rectangle 6"/>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8"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9" name="Rectangle 6"/>
          <p:cNvSpPr/>
          <p:nvPr/>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0" name="Content Placeholder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49138" y="4960938"/>
            <a:ext cx="5301662" cy="1058862"/>
          </a:xfrm>
          <a:prstGeom prst="rect">
            <a:avLst/>
          </a:prstGeom>
        </p:spPr>
      </p:pic>
      <p:sp>
        <p:nvSpPr>
          <p:cNvPr id="11" name="Rectangle 6"/>
          <p:cNvSpPr/>
          <p:nvPr userDrawn="1"/>
        </p:nvSpPr>
        <p:spPr>
          <a:xfrm>
            <a:off x="3048" y="6400800"/>
            <a:ext cx="12188952"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787584630"/>
      </p:ext>
    </p:extLst>
  </p:cSld>
  <p:clrMapOvr>
    <a:masterClrMapping/>
  </p:clrMapOvr>
  <p:transition spd="slow">
    <p:push/>
  </p:transition>
  <p:extLst>
    <p:ext uri="{DCECCB84-F9BA-43D5-87BE-67443E8EF086}">
      <p15:sldGuideLst xmlns:p15="http://schemas.microsoft.com/office/powerpoint/2012/main">
        <p15:guide id="1" orient="horz" pos="3120">
          <p15:clr>
            <a:srgbClr val="FBAE40"/>
          </p15:clr>
        </p15:guide>
        <p15:guide id="2" orient="horz" pos="2880">
          <p15:clr>
            <a:srgbClr val="FBAE40"/>
          </p15:clr>
        </p15:guide>
        <p15:guide id="3" orient="horz" pos="2736">
          <p15:clr>
            <a:srgbClr val="FBAE40"/>
          </p15:clr>
        </p15:guide>
        <p15:guide id="4" orient="horz" pos="19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344004579"/>
      </p:ext>
    </p:extLst>
  </p:cSld>
  <p:clrMapOvr>
    <a:masterClrMapping/>
  </p:clrMapOvr>
  <p:transition spd="slow">
    <p:push/>
  </p:transition>
  <p:extLst>
    <p:ext uri="{DCECCB84-F9BA-43D5-87BE-67443E8EF086}">
      <p15:sldGuideLst xmlns:p15="http://schemas.microsoft.com/office/powerpoint/2012/main">
        <p15:guide id="13" orient="horz" pos="2160">
          <p15:clr>
            <a:srgbClr val="FBAE40"/>
          </p15:clr>
        </p15:guide>
        <p15:guide id="14" orient="horz" pos="3000">
          <p15:clr>
            <a:srgbClr val="FBAE40"/>
          </p15:clr>
        </p15:guide>
        <p15:guide id="15" orient="horz" pos="1968">
          <p15:clr>
            <a:srgbClr val="FBAE40"/>
          </p15:clr>
        </p15:guide>
        <p15:guide id="16" orient="horz"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2" name="Rectangle 1"/>
          <p:cNvSpPr/>
          <p:nvPr/>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baseline="0"/>
            </a:lvl1pPr>
          </a:lstStyle>
          <a:p>
            <a:r>
              <a:rPr lang="en-US"/>
              <a:t>Type text here or click icon </a:t>
            </a:r>
            <a:br>
              <a:rPr lang="en-US"/>
            </a:br>
            <a:r>
              <a:rPr lang="en-US"/>
              <a:t>to insert image</a:t>
            </a:r>
          </a:p>
        </p:txBody>
      </p:sp>
      <p:sp>
        <p:nvSpPr>
          <p:cNvPr id="9" name="Footer Placeholder 4"/>
          <p:cNvSpPr>
            <a:spLocks noGrp="1"/>
          </p:cNvSpPr>
          <p:nvPr>
            <p:ph type="ftr" sz="quarter" idx="3"/>
          </p:nvPr>
        </p:nvSpPr>
        <p:spPr>
          <a:xfrm>
            <a:off x="8925436" y="6487628"/>
            <a:ext cx="2431242" cy="300522"/>
          </a:xfrm>
          <a:prstGeom prst="rect">
            <a:avLst/>
          </a:prstGeom>
        </p:spPr>
        <p:txBody>
          <a:bodyPr vert="horz" lIns="0" tIns="45720" rIns="91440" bIns="45720" rtlCol="0" anchor="ctr"/>
          <a:lstStyle>
            <a:lvl1pPr algn="r">
              <a:defRPr sz="600" cap="all" baseline="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endParaRPr kumimoji="0" lang="en-US" sz="600" b="0" i="0" u="none" strike="noStrike" kern="1200" cap="all" spc="0" normalizeH="0" baseline="0" noProof="0">
              <a:ln>
                <a:noFill/>
              </a:ln>
              <a:solidFill>
                <a:srgbClr val="FFFFFF"/>
              </a:solidFill>
              <a:effectLst/>
              <a:uLnTx/>
              <a:uFillTx/>
              <a:latin typeface="Segoe UI Semilight"/>
              <a:ea typeface="メイリオ"/>
              <a:cs typeface="Segoe UI Semilight" panose="020B0402040204020203" pitchFamily="34" charset="0"/>
            </a:endParaRP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Date Placeholder 3"/>
          <p:cNvSpPr>
            <a:spLocks noGrp="1"/>
          </p:cNvSpPr>
          <p:nvPr>
            <p:ph type="dt" sz="half" idx="2"/>
          </p:nvPr>
        </p:nvSpPr>
        <p:spPr>
          <a:xfrm>
            <a:off x="8270980" y="6477000"/>
            <a:ext cx="1088359" cy="311150"/>
          </a:xfrm>
          <a:prstGeom prst="rect">
            <a:avLst/>
          </a:prstGeom>
        </p:spPr>
        <p:txBody>
          <a:bodyPr vert="horz" lIns="91440" tIns="45720" rIns="0" bIns="45720" rtlCol="0" anchor="ctr"/>
          <a:lstStyle>
            <a:lvl1pPr algn="r">
              <a:defRPr sz="60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Rectangle 10"/>
          <p:cNvSpPr/>
          <p:nvPr/>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
        <p:nvSpPr>
          <p:cNvPr id="5" name="Text Placeholder 2"/>
          <p:cNvSpPr>
            <a:spLocks noGrp="1"/>
          </p:cNvSpPr>
          <p:nvPr>
            <p:ph type="body" idx="14" hasCustomPrompt="1"/>
          </p:nvPr>
        </p:nvSpPr>
        <p:spPr>
          <a:xfrm>
            <a:off x="838200" y="2903789"/>
            <a:ext cx="10515600" cy="1431026"/>
          </a:xfrm>
        </p:spPr>
        <p:txBody>
          <a:bodyPr anchor="b" anchorCtr="0">
            <a:noAutofit/>
          </a:bodyPr>
          <a:lstStyle>
            <a:lvl1pPr marL="0" indent="0" algn="ctr">
              <a:buNone/>
              <a:defRPr sz="4000" b="1" cap="none"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Main HEADING – Size 40pt font</a:t>
            </a:r>
          </a:p>
        </p:txBody>
      </p:sp>
      <p:sp>
        <p:nvSpPr>
          <p:cNvPr id="12" name="Rectangle 10"/>
          <p:cNvSpPr/>
          <p:nvPr userDrawn="1"/>
        </p:nvSpPr>
        <p:spPr>
          <a:xfrm>
            <a:off x="0" y="0"/>
            <a:ext cx="12192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n-cs"/>
            </a:endParaRPr>
          </a:p>
        </p:txBody>
      </p:sp>
    </p:spTree>
    <p:extLst>
      <p:ext uri="{BB962C8B-B14F-4D97-AF65-F5344CB8AC3E}">
        <p14:creationId xmlns:p14="http://schemas.microsoft.com/office/powerpoint/2010/main" val="2471207216"/>
      </p:ext>
    </p:extLst>
  </p:cSld>
  <p:clrMapOvr>
    <a:masterClrMapping/>
  </p:clrMapOvr>
  <p:transition spd="slow">
    <p:push/>
  </p:transition>
  <p:extLst>
    <p:ext uri="{DCECCB84-F9BA-43D5-87BE-67443E8EF086}">
      <p15:sldGuideLst xmlns:p15="http://schemas.microsoft.com/office/powerpoint/2012/main">
        <p15:guide id="1" orient="horz" pos="3120">
          <p15:clr>
            <a:srgbClr val="FBAE40"/>
          </p15:clr>
        </p15:guide>
        <p15:guide id="2" orient="horz" pos="2880">
          <p15:clr>
            <a:srgbClr val="FBAE40"/>
          </p15:clr>
        </p15:guide>
        <p15:guide id="3" orient="horz" pos="2736">
          <p15:clr>
            <a:srgbClr val="FBAE40"/>
          </p15:clr>
        </p15:guide>
        <p15:guide id="4" orient="horz" pos="19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act Slide 1">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4114800" y="82340"/>
            <a:ext cx="8077200" cy="6318460"/>
          </a:xfrm>
          <a:solidFill>
            <a:schemeClr val="bg1">
              <a:lumMod val="95000"/>
            </a:schemeClr>
          </a:solidFill>
        </p:spPr>
        <p:txBody>
          <a:bodyPr bIns="640080" anchor="b" anchorCtr="0">
            <a:normAutofit/>
          </a:bodyPr>
          <a:lstStyle>
            <a:lvl1pPr marL="0" indent="0" algn="r">
              <a:buFontTx/>
              <a:buNone/>
              <a:defRPr sz="2400" b="1" i="1">
                <a:solidFill>
                  <a:schemeClr val="tx2"/>
                </a:solidFill>
              </a:defRPr>
            </a:lvl1pPr>
          </a:lstStyle>
          <a:p>
            <a:r>
              <a:rPr lang="ja-JP" altLang="en-US"/>
              <a:t>図を追加</a:t>
            </a:r>
            <a:endParaRPr lang="en-US"/>
          </a:p>
        </p:txBody>
      </p:sp>
      <p:sp>
        <p:nvSpPr>
          <p:cNvPr id="10"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2"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011527F-E828-4F8B-BF94-C0725D57B619}"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1"/>
          <p:cNvSpPr>
            <a:spLocks noGrp="1"/>
          </p:cNvSpPr>
          <p:nvPr>
            <p:ph type="ctrTitle" hasCustomPrompt="1"/>
          </p:nvPr>
        </p:nvSpPr>
        <p:spPr>
          <a:xfrm>
            <a:off x="720482" y="2007924"/>
            <a:ext cx="7153760" cy="2481736"/>
          </a:xfrm>
          <a:solidFill>
            <a:schemeClr val="accent1">
              <a:alpha val="90000"/>
            </a:schemeClr>
          </a:solidFill>
        </p:spPr>
        <p:txBody>
          <a:bodyPr tIns="274320" anchor="t">
            <a:normAutofit/>
          </a:bodyPr>
          <a:lstStyle>
            <a:lvl1pPr algn="ctr">
              <a:defRPr sz="4000" cap="none" baseline="0">
                <a:solidFill>
                  <a:schemeClr val="bg1"/>
                </a:solidFill>
              </a:defRPr>
            </a:lvl1pPr>
          </a:lstStyle>
          <a:p>
            <a:pPr lvl="0"/>
            <a:r>
              <a:rPr lang="en-US"/>
              <a:t>Main HEADING</a:t>
            </a:r>
            <a:br>
              <a:rPr lang="en-US"/>
            </a:br>
            <a:r>
              <a:rPr lang="en-US"/>
              <a:t>Size 40pt font</a:t>
            </a:r>
          </a:p>
        </p:txBody>
      </p:sp>
      <p:sp>
        <p:nvSpPr>
          <p:cNvPr id="3" name="Subtitle 2"/>
          <p:cNvSpPr>
            <a:spLocks noGrp="1"/>
          </p:cNvSpPr>
          <p:nvPr>
            <p:ph type="subTitle" idx="1" hasCustomPrompt="1"/>
          </p:nvPr>
        </p:nvSpPr>
        <p:spPr>
          <a:xfrm>
            <a:off x="860425" y="3444228"/>
            <a:ext cx="6873874" cy="825500"/>
          </a:xfrm>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a:t>
            </a:r>
            <a:br>
              <a:rPr lang="en-US"/>
            </a:br>
            <a:r>
              <a:rPr lang="en-US"/>
              <a:t>28pt Font</a:t>
            </a:r>
          </a:p>
        </p:txBody>
      </p:sp>
    </p:spTree>
    <p:extLst>
      <p:ext uri="{BB962C8B-B14F-4D97-AF65-F5344CB8AC3E}">
        <p14:creationId xmlns:p14="http://schemas.microsoft.com/office/powerpoint/2010/main" val="4265352582"/>
      </p:ext>
    </p:extLst>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act Slide">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1" y="76201"/>
            <a:ext cx="8077200" cy="6324600"/>
          </a:xfrm>
          <a:solidFill>
            <a:schemeClr val="bg1">
              <a:lumMod val="95000"/>
            </a:schemeClr>
          </a:solidFill>
        </p:spPr>
        <p:txBody>
          <a:bodyPr bIns="640080" anchor="b" anchorCtr="0">
            <a:normAutofit/>
          </a:bodyPr>
          <a:lstStyle>
            <a:lvl1pPr marL="0" indent="0" algn="l">
              <a:buFontTx/>
              <a:buNone/>
              <a:defRPr sz="2400" b="1" i="1">
                <a:solidFill>
                  <a:schemeClr val="tx2"/>
                </a:solidFill>
              </a:defRPr>
            </a:lvl1pPr>
          </a:lstStyle>
          <a:p>
            <a:r>
              <a:rPr lang="ja-JP" altLang="en-US"/>
              <a:t>図を追加</a:t>
            </a:r>
            <a:endParaRPr lang="en-US"/>
          </a:p>
        </p:txBody>
      </p:sp>
      <p:sp>
        <p:nvSpPr>
          <p:cNvPr id="12" name="Content Placeholder 5"/>
          <p:cNvSpPr>
            <a:spLocks noGrp="1"/>
          </p:cNvSpPr>
          <p:nvPr>
            <p:ph sz="quarter" idx="4" hasCustomPrompt="1"/>
          </p:nvPr>
        </p:nvSpPr>
        <p:spPr>
          <a:xfrm>
            <a:off x="8388882" y="5257799"/>
            <a:ext cx="2964917" cy="762001"/>
          </a:xfrm>
        </p:spPr>
        <p:txBody>
          <a:bodyPr>
            <a:normAutofit/>
          </a:bodyPr>
          <a:lstStyle>
            <a:lvl1pPr marL="0" marR="0" indent="0" algn="ctr" defTabSz="914400" rtl="0" eaLnBrk="1" fontAlgn="auto" latinLnBrk="0" hangingPunct="1">
              <a:lnSpc>
                <a:spcPct val="110000"/>
              </a:lnSpc>
              <a:spcBef>
                <a:spcPts val="0"/>
              </a:spcBef>
              <a:spcAft>
                <a:spcPts val="600"/>
              </a:spcAft>
              <a:buClrTx/>
              <a:buSzTx/>
              <a:buFontTx/>
              <a:buNone/>
              <a:tabLst/>
              <a:defRPr sz="1800">
                <a:solidFill>
                  <a:srgbClr val="C3C3C3"/>
                </a:solidFill>
              </a:defRPr>
            </a:lvl1pPr>
          </a:lstStyle>
          <a:p>
            <a:r>
              <a:rPr lang="en-US"/>
              <a:t>Click icon to add picture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6"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9C19084-D599-4D8F-8790-56C34FEEC9A6}"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1"/>
          <p:cNvSpPr>
            <a:spLocks noGrp="1"/>
          </p:cNvSpPr>
          <p:nvPr>
            <p:ph type="ctrTitle" hasCustomPrompt="1"/>
          </p:nvPr>
        </p:nvSpPr>
        <p:spPr>
          <a:xfrm>
            <a:off x="4007719" y="1605644"/>
            <a:ext cx="7453161" cy="3265714"/>
          </a:xfrm>
          <a:solidFill>
            <a:schemeClr val="accent1">
              <a:alpha val="90000"/>
            </a:schemeClr>
          </a:solidFill>
        </p:spPr>
        <p:txBody>
          <a:bodyPr tIns="640080" anchor="t">
            <a:normAutofit/>
          </a:bodyPr>
          <a:lstStyle>
            <a:lvl1pPr algn="ctr">
              <a:defRPr sz="4000" cap="none" baseline="0">
                <a:solidFill>
                  <a:schemeClr val="bg1"/>
                </a:solidFill>
                <a:latin typeface="メイリオ" panose="020B0604030504040204" pitchFamily="50" charset="-128"/>
                <a:ea typeface="メイリオ" panose="020B0604030504040204" pitchFamily="50" charset="-128"/>
              </a:defRPr>
            </a:lvl1pPr>
          </a:lstStyle>
          <a:p>
            <a:r>
              <a:rPr lang="en-US"/>
              <a:t>Contact Us</a:t>
            </a:r>
          </a:p>
        </p:txBody>
      </p:sp>
      <p:sp>
        <p:nvSpPr>
          <p:cNvPr id="15" name="Text Placeholder 3"/>
          <p:cNvSpPr>
            <a:spLocks noGrp="1"/>
          </p:cNvSpPr>
          <p:nvPr>
            <p:ph type="body" sz="half" idx="20" hasCustomPrompt="1"/>
          </p:nvPr>
        </p:nvSpPr>
        <p:spPr>
          <a:xfrm>
            <a:off x="7972794" y="3199377"/>
            <a:ext cx="3371769" cy="633862"/>
          </a:xfrm>
        </p:spPr>
        <p:txBody>
          <a:bodyPr tIns="0" anchor="b" anchorCtr="0">
            <a:noAutofit/>
          </a:bodyPr>
          <a:lstStyle>
            <a:lvl1pPr marL="0" marR="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email</a:t>
            </a:r>
          </a:p>
        </p:txBody>
      </p:sp>
      <p:sp>
        <p:nvSpPr>
          <p:cNvPr id="17" name="Text Placeholder 3"/>
          <p:cNvSpPr>
            <a:spLocks noGrp="1"/>
          </p:cNvSpPr>
          <p:nvPr>
            <p:ph type="body" sz="half" idx="27" hasCustomPrompt="1"/>
          </p:nvPr>
        </p:nvSpPr>
        <p:spPr>
          <a:xfrm>
            <a:off x="4119016" y="3199377"/>
            <a:ext cx="3343032" cy="633862"/>
          </a:xfrm>
        </p:spPr>
        <p:txBody>
          <a:bodyPr tIns="0" anchor="b" anchorCtr="0">
            <a:noAutofit/>
          </a:bodyPr>
          <a:lstStyle>
            <a:lvl1pPr marL="0" indent="0" algn="r">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Address</a:t>
            </a:r>
          </a:p>
        </p:txBody>
      </p:sp>
      <p:sp>
        <p:nvSpPr>
          <p:cNvPr id="19" name="Text Placeholder 3"/>
          <p:cNvSpPr>
            <a:spLocks noGrp="1"/>
          </p:cNvSpPr>
          <p:nvPr>
            <p:ph type="body" sz="half" idx="28" hasCustomPrompt="1"/>
          </p:nvPr>
        </p:nvSpPr>
        <p:spPr>
          <a:xfrm>
            <a:off x="7972795" y="3965329"/>
            <a:ext cx="3371768" cy="668010"/>
          </a:xfrm>
        </p:spPr>
        <p:txBody>
          <a:bodyPr tIns="91440" anchor="t" anchorCtr="0">
            <a:noAutofit/>
          </a:bodyPr>
          <a:lstStyle>
            <a:lvl1pPr marL="0" indent="0">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website</a:t>
            </a:r>
          </a:p>
        </p:txBody>
      </p:sp>
      <p:sp>
        <p:nvSpPr>
          <p:cNvPr id="20" name="Text Placeholder 3"/>
          <p:cNvSpPr>
            <a:spLocks noGrp="1"/>
          </p:cNvSpPr>
          <p:nvPr>
            <p:ph type="body" sz="half" idx="29" hasCustomPrompt="1"/>
          </p:nvPr>
        </p:nvSpPr>
        <p:spPr>
          <a:xfrm>
            <a:off x="4114800" y="3965329"/>
            <a:ext cx="3347247" cy="668010"/>
          </a:xfrm>
        </p:spPr>
        <p:txBody>
          <a:bodyPr tIns="91440" anchor="t" anchorCtr="0">
            <a:noAutofit/>
          </a:bodyPr>
          <a:lstStyle>
            <a:lvl1pPr marL="0" indent="0" algn="r">
              <a:lnSpc>
                <a:spcPct val="100000"/>
              </a:lnSpc>
              <a:spcBef>
                <a:spcPts val="0"/>
              </a:spcBef>
              <a:spcAft>
                <a:spcPts val="200"/>
              </a:spcAft>
              <a:buNone/>
              <a:defRPr sz="2000" b="0">
                <a:solidFill>
                  <a:schemeClr val="bg1"/>
                </a:solidFill>
                <a:latin typeface="メイリオ" panose="020B0604030504040204" pitchFamily="50" charset="-128"/>
                <a:ea typeface="メイリオ" panose="020B0604030504040204" pitchFamily="50" charset="-128"/>
                <a:cs typeface="Segoe UI Semilight" panose="020B04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Phone</a:t>
            </a:r>
          </a:p>
        </p:txBody>
      </p:sp>
    </p:spTree>
    <p:extLst>
      <p:ext uri="{BB962C8B-B14F-4D97-AF65-F5344CB8AC3E}">
        <p14:creationId xmlns:p14="http://schemas.microsoft.com/office/powerpoint/2010/main" val="4023047044"/>
      </p:ext>
    </p:extLst>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enter Title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2037081"/>
            <a:ext cx="10515600" cy="2464284"/>
          </a:xfrm>
        </p:spPr>
        <p:txBody>
          <a:bodyPr anchor="ctr"/>
          <a:lstStyle>
            <a:lvl1pPr algn="ctr">
              <a:lnSpc>
                <a:spcPct val="110000"/>
              </a:lnSpc>
              <a:spcBef>
                <a:spcPts val="1000"/>
              </a:spcBef>
              <a:defRPr cap="none" baseline="0">
                <a:solidFill>
                  <a:schemeClr val="tx1"/>
                </a:solidFill>
              </a:defRPr>
            </a:lvl1pPr>
          </a:lstStyle>
          <a:p>
            <a:r>
              <a:rPr lang="en-US"/>
              <a:t>Main HEADING – Size 40pt font</a:t>
            </a:r>
          </a:p>
        </p:txBody>
      </p:sp>
      <p:sp>
        <p:nvSpPr>
          <p:cNvPr id="6"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6489939-E970-4E02-9DDF-1BEC3D440595}"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232886721"/>
      </p:ext>
    </p:extLst>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enter Title 2">
    <p:spTree>
      <p:nvGrpSpPr>
        <p:cNvPr id="1" name=""/>
        <p:cNvGrpSpPr/>
        <p:nvPr/>
      </p:nvGrpSpPr>
      <p:grpSpPr>
        <a:xfrm>
          <a:off x="0" y="0"/>
          <a:ext cx="0" cy="0"/>
          <a:chOff x="0" y="0"/>
          <a:chExt cx="0" cy="0"/>
        </a:xfrm>
      </p:grpSpPr>
      <p:sp>
        <p:nvSpPr>
          <p:cNvPr id="7" name="Text Placeholder 3"/>
          <p:cNvSpPr>
            <a:spLocks noGrp="1"/>
          </p:cNvSpPr>
          <p:nvPr>
            <p:ph type="body" sz="half" idx="2" hasCustomPrompt="1"/>
          </p:nvPr>
        </p:nvSpPr>
        <p:spPr>
          <a:xfrm>
            <a:off x="838200" y="1981200"/>
            <a:ext cx="10515600" cy="2569754"/>
          </a:xfrm>
        </p:spPr>
        <p:txBody>
          <a:bodyPr anchor="ctr">
            <a:normAutofit/>
          </a:bodyPr>
          <a:lstStyle>
            <a:lvl1pPr marL="0" indent="0" algn="ctr">
              <a:spcBef>
                <a:spcPts val="1000"/>
              </a:spcBef>
              <a:spcAft>
                <a:spcPts val="0"/>
              </a:spcAft>
              <a:buNone/>
              <a:defRPr sz="4000" b="0">
                <a:solidFill>
                  <a:srgbClr val="4646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Heading Style 2</a:t>
            </a:r>
            <a:br>
              <a:rPr lang="en-US"/>
            </a:br>
            <a:r>
              <a:rPr lang="en-US"/>
              <a:t>40pt Font</a:t>
            </a:r>
          </a:p>
        </p:txBody>
      </p:sp>
      <p:sp>
        <p:nvSpPr>
          <p:cNvPr id="9"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1"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890BBDC-FED1-489C-8795-F8606AE4636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2047992501"/>
      </p:ext>
    </p:extLst>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31800"/>
            <a:ext cx="10515600" cy="596900"/>
          </a:xfrm>
        </p:spPr>
        <p:txBody>
          <a:bodyPr/>
          <a:lstStyle>
            <a:lvl1pPr>
              <a:spcBef>
                <a:spcPts val="1000"/>
              </a:spcBef>
              <a:defRPr cap="none" baseline="0"/>
            </a:lvl1pPr>
          </a:lstStyle>
          <a:p>
            <a:r>
              <a:rPr lang="en-US"/>
              <a:t>Main HEADING – Size 40pt font</a:t>
            </a:r>
          </a:p>
        </p:txBody>
      </p:sp>
      <p:sp>
        <p:nvSpPr>
          <p:cNvPr id="3" name="Content Placeholder 2"/>
          <p:cNvSpPr>
            <a:spLocks noGrp="1"/>
          </p:cNvSpPr>
          <p:nvPr>
            <p:ph idx="1" hasCustomPrompt="1"/>
          </p:nvPr>
        </p:nvSpPr>
        <p:spPr>
          <a:xfrm>
            <a:off x="838200" y="1714503"/>
            <a:ext cx="10515600" cy="430529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838200" y="1143001"/>
            <a:ext cx="10509249" cy="457200"/>
          </a:xfrm>
        </p:spPr>
        <p:txBody>
          <a:bodyPr>
            <a:normAutofit/>
          </a:bodyPr>
          <a:lstStyle>
            <a:lvl1pPr marL="0" indent="0" algn="l">
              <a:buNone/>
              <a:defRPr sz="2800" b="1">
                <a:solidFill>
                  <a:srgbClr val="464646"/>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- 28pt Font</a:t>
            </a:r>
          </a:p>
        </p:txBody>
      </p:sp>
    </p:spTree>
    <p:extLst>
      <p:ext uri="{BB962C8B-B14F-4D97-AF65-F5344CB8AC3E}">
        <p14:creationId xmlns:p14="http://schemas.microsoft.com/office/powerpoint/2010/main" val="2474611591"/>
      </p:ext>
    </p:extLst>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プレ研修資料フォーマット">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518" y="213913"/>
            <a:ext cx="11654829" cy="682199"/>
          </a:xfrm>
        </p:spPr>
        <p:txBody>
          <a:bodyPr>
            <a:normAutofit/>
          </a:bodyPr>
          <a:lstStyle>
            <a:lvl1pPr>
              <a:spcBef>
                <a:spcPts val="1000"/>
              </a:spcBef>
              <a:defRPr sz="3200" cap="none" baseline="0">
                <a:solidFill>
                  <a:schemeClr val="tx1"/>
                </a:solidFill>
              </a:defRPr>
            </a:lvl1pPr>
          </a:lstStyle>
          <a:p>
            <a:r>
              <a:rPr lang="en-US"/>
              <a:t>Main HEADING – Size 32pt font</a:t>
            </a:r>
          </a:p>
        </p:txBody>
      </p:sp>
      <p:sp>
        <p:nvSpPr>
          <p:cNvPr id="3" name="Content Placeholder 2"/>
          <p:cNvSpPr>
            <a:spLocks noGrp="1"/>
          </p:cNvSpPr>
          <p:nvPr>
            <p:ph idx="1" hasCustomPrompt="1"/>
          </p:nvPr>
        </p:nvSpPr>
        <p:spPr>
          <a:xfrm>
            <a:off x="71519" y="1256350"/>
            <a:ext cx="11654829" cy="4780105"/>
          </a:xfrm>
        </p:spPr>
        <p:txBody>
          <a:bodyPr>
            <a:normAutofit/>
          </a:bodyPr>
          <a:lstStyle>
            <a:lvl1pPr>
              <a:defRPr sz="2000">
                <a:solidFill>
                  <a:schemeClr val="tx1"/>
                </a:solidFill>
              </a:defRPr>
            </a:lvl1pPr>
            <a:lvl2pPr>
              <a:defRPr>
                <a:solidFill>
                  <a:srgbClr val="464646"/>
                </a:solidFill>
              </a:defRPr>
            </a:lvl2pPr>
            <a:lvl3pPr>
              <a:buSzPct val="75000"/>
              <a:defRPr sz="1600">
                <a:solidFill>
                  <a:schemeClr val="tx1"/>
                </a:solidFill>
              </a:defRPr>
            </a:lvl3pPr>
            <a:lvl4pPr>
              <a:defRPr sz="1400">
                <a:solidFill>
                  <a:schemeClr val="tx1"/>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sz="1400">
                <a:solidFill>
                  <a:schemeClr val="tx1"/>
                </a:solidFill>
              </a:defRPr>
            </a:lvl5pPr>
          </a:lstStyle>
          <a:p>
            <a:pPr lvl="0"/>
            <a:r>
              <a:rPr lang="en-US"/>
              <a:t>Third level – </a:t>
            </a:r>
            <a:r>
              <a:rPr lang="ja-JP" altLang="en-US"/>
              <a:t>メイリオ</a:t>
            </a:r>
            <a:r>
              <a:rPr lang="en-US"/>
              <a:t>(Body) 20pt Font</a:t>
            </a:r>
          </a:p>
          <a:p>
            <a:pPr lvl="2"/>
            <a:r>
              <a:rPr lang="en-US"/>
              <a:t>Fourth level -  </a:t>
            </a:r>
            <a:r>
              <a:rPr lang="ja-JP" altLang="en-US"/>
              <a:t>メイリオ</a:t>
            </a:r>
            <a:r>
              <a:rPr lang="en-US"/>
              <a:t>(Body) 16pt Font</a:t>
            </a:r>
          </a:p>
          <a:p>
            <a:pPr lvl="3"/>
            <a:r>
              <a:rPr lang="en-US"/>
              <a:t>Fifth level – </a:t>
            </a:r>
            <a:r>
              <a:rPr lang="ja-JP" altLang="en-US"/>
              <a:t>メイリオ</a:t>
            </a:r>
            <a:r>
              <a:rPr lang="en-US"/>
              <a:t>(Body) 14pt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14pt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71519" y="713556"/>
            <a:ext cx="11654828" cy="592898"/>
          </a:xfrm>
        </p:spPr>
        <p:txBody>
          <a:bodyPr>
            <a:normAutofit/>
          </a:bodyPr>
          <a:lstStyle>
            <a:lvl1pPr marL="0" indent="0" algn="l">
              <a:buNone/>
              <a:defRPr sz="2400" b="1">
                <a:solidFill>
                  <a:schemeClr val="tx1"/>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- 24pt Font</a:t>
            </a:r>
          </a:p>
        </p:txBody>
      </p:sp>
    </p:spTree>
    <p:extLst>
      <p:ext uri="{BB962C8B-B14F-4D97-AF65-F5344CB8AC3E}">
        <p14:creationId xmlns:p14="http://schemas.microsoft.com/office/powerpoint/2010/main" val="1456266855"/>
      </p:ext>
    </p:extLst>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Content/Pic 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25450"/>
            <a:ext cx="6894512" cy="1054100"/>
          </a:xfrm>
        </p:spPr>
        <p:txBody>
          <a:bodyPr anchor="b" anchorCtr="0">
            <a:noAutofit/>
          </a:bodyPr>
          <a:lstStyle>
            <a:lvl1pPr>
              <a:spcBef>
                <a:spcPts val="1000"/>
              </a:spcBef>
              <a:defRPr sz="4000" cap="none" baseline="0"/>
            </a:lvl1pPr>
          </a:lstStyle>
          <a:p>
            <a:r>
              <a:rPr lang="en-US"/>
              <a:t>Main HEADING</a:t>
            </a:r>
            <a:br>
              <a:rPr lang="en-US"/>
            </a:br>
            <a:r>
              <a:rPr lang="en-US"/>
              <a:t>Size 40pt font</a:t>
            </a:r>
          </a:p>
        </p:txBody>
      </p:sp>
      <p:sp>
        <p:nvSpPr>
          <p:cNvPr id="8" name="Picture Placeholder 7"/>
          <p:cNvSpPr>
            <a:spLocks noGrp="1"/>
          </p:cNvSpPr>
          <p:nvPr>
            <p:ph type="pic" sz="quarter" idx="14"/>
          </p:nvPr>
        </p:nvSpPr>
        <p:spPr>
          <a:xfrm>
            <a:off x="8077200" y="76200"/>
            <a:ext cx="411480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0" name="Subtitle 2"/>
          <p:cNvSpPr>
            <a:spLocks noGrp="1"/>
          </p:cNvSpPr>
          <p:nvPr>
            <p:ph type="subTitle" idx="1" hasCustomPrompt="1"/>
          </p:nvPr>
        </p:nvSpPr>
        <p:spPr>
          <a:xfrm>
            <a:off x="838200" y="1600200"/>
            <a:ext cx="6896100" cy="393700"/>
          </a:xfrm>
        </p:spPr>
        <p:txBody>
          <a:bodyPr tIns="0">
            <a:normAutofit/>
          </a:bodyPr>
          <a:lstStyle>
            <a:lvl1pPr marL="0" indent="0" algn="l">
              <a:buNone/>
              <a:defRPr sz="2800" b="1">
                <a:solidFill>
                  <a:srgbClr val="464646"/>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9" name="Content Placeholder 2"/>
          <p:cNvSpPr>
            <a:spLocks noGrp="1"/>
          </p:cNvSpPr>
          <p:nvPr>
            <p:ph idx="15" hasCustomPrompt="1"/>
          </p:nvPr>
        </p:nvSpPr>
        <p:spPr>
          <a:xfrm>
            <a:off x="838200" y="2114550"/>
            <a:ext cx="6896100" cy="390525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A211497-B675-49B3-BB8C-7A0E5B68FCC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809802617"/>
      </p:ext>
    </p:extLst>
  </p:cSld>
  <p:clrMapOvr>
    <a:masterClrMapping/>
  </p:clrMapOvr>
  <p:transition spd="slow">
    <p:push/>
  </p:transition>
  <p:extLst>
    <p:ext uri="{DCECCB84-F9BA-43D5-87BE-67443E8EF086}">
      <p15:sldGuideLst xmlns:p15="http://schemas.microsoft.com/office/powerpoint/2012/main">
        <p15:guide id="1" orient="horz" pos="14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Content/Pic L">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76200"/>
            <a:ext cx="4114800" cy="6324600"/>
          </a:xfrm>
          <a:solidFill>
            <a:schemeClr val="bg1">
              <a:lumMod val="95000"/>
            </a:schemeClr>
          </a:solidFill>
        </p:spPr>
        <p:txBody>
          <a:bodyPr bIns="640080" anchor="b" anchorCtr="0">
            <a:normAutofit/>
          </a:bodyPr>
          <a:lstStyle>
            <a:lvl1pPr marL="0" indent="0" algn="ctr">
              <a:buFontTx/>
              <a:buNone/>
              <a:defRPr sz="2400" b="1" i="1" u="none">
                <a:solidFill>
                  <a:schemeClr val="tx2"/>
                </a:solidFill>
              </a:defRPr>
            </a:lvl1pPr>
          </a:lstStyle>
          <a:p>
            <a:r>
              <a:rPr lang="ja-JP" altLang="en-US"/>
              <a:t>図を追加</a:t>
            </a:r>
            <a:endParaRPr lang="en-US"/>
          </a:p>
        </p:txBody>
      </p:sp>
      <p:sp>
        <p:nvSpPr>
          <p:cNvPr id="9" name="Title 1"/>
          <p:cNvSpPr>
            <a:spLocks noGrp="1"/>
          </p:cNvSpPr>
          <p:nvPr>
            <p:ph type="title" hasCustomPrompt="1"/>
          </p:nvPr>
        </p:nvSpPr>
        <p:spPr>
          <a:xfrm>
            <a:off x="4419600" y="427768"/>
            <a:ext cx="6937078" cy="1054100"/>
          </a:xfrm>
        </p:spPr>
        <p:txBody>
          <a:bodyPr anchor="b" anchorCtr="0">
            <a:normAutofit/>
          </a:bodyPr>
          <a:lstStyle>
            <a:lvl1pPr>
              <a:spcBef>
                <a:spcPts val="1000"/>
              </a:spcBef>
              <a:defRPr sz="4000" cap="none" baseline="0"/>
            </a:lvl1pPr>
          </a:lstStyle>
          <a:p>
            <a:r>
              <a:rPr lang="en-US"/>
              <a:t>Main HEADING</a:t>
            </a:r>
            <a:br>
              <a:rPr lang="en-US"/>
            </a:br>
            <a:r>
              <a:rPr lang="en-US"/>
              <a:t>Size 40pt font</a:t>
            </a:r>
          </a:p>
        </p:txBody>
      </p:sp>
      <p:sp>
        <p:nvSpPr>
          <p:cNvPr id="11" name="Subtitle 2"/>
          <p:cNvSpPr>
            <a:spLocks noGrp="1"/>
          </p:cNvSpPr>
          <p:nvPr>
            <p:ph type="subTitle" idx="1" hasCustomPrompt="1"/>
          </p:nvPr>
        </p:nvSpPr>
        <p:spPr>
          <a:xfrm>
            <a:off x="4430416" y="1604534"/>
            <a:ext cx="6926262" cy="3937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4B0289A-C7CF-4731-BE72-79E1291F93BA}"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6" name="Content Placeholder 2"/>
          <p:cNvSpPr>
            <a:spLocks noGrp="1"/>
          </p:cNvSpPr>
          <p:nvPr>
            <p:ph idx="15" hasCustomPrompt="1"/>
          </p:nvPr>
        </p:nvSpPr>
        <p:spPr>
          <a:xfrm>
            <a:off x="4430416" y="2120900"/>
            <a:ext cx="6926262" cy="389890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Tree>
    <p:extLst>
      <p:ext uri="{BB962C8B-B14F-4D97-AF65-F5344CB8AC3E}">
        <p14:creationId xmlns:p14="http://schemas.microsoft.com/office/powerpoint/2010/main" val="247078420"/>
      </p:ext>
    </p:extLst>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0/50 Title &amp; Content/Pic R ">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229350" y="76200"/>
            <a:ext cx="596265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5DEA74A-94AD-4D7D-AEE9-7CD6111CBF2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0" name="Content Placeholder 2"/>
          <p:cNvSpPr>
            <a:spLocks noGrp="1"/>
          </p:cNvSpPr>
          <p:nvPr>
            <p:ph idx="16" hasCustomPrompt="1"/>
          </p:nvPr>
        </p:nvSpPr>
        <p:spPr>
          <a:xfrm>
            <a:off x="838200" y="2156593"/>
            <a:ext cx="5101928" cy="386320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21" name="Title 1"/>
          <p:cNvSpPr>
            <a:spLocks noGrp="1"/>
          </p:cNvSpPr>
          <p:nvPr>
            <p:ph type="title" hasCustomPrompt="1"/>
          </p:nvPr>
        </p:nvSpPr>
        <p:spPr>
          <a:xfrm>
            <a:off x="838200" y="433070"/>
            <a:ext cx="5101928" cy="1004437"/>
          </a:xfrm>
        </p:spPr>
        <p:txBody>
          <a:bodyPr anchor="b" anchorCtr="0">
            <a:normAutofit/>
          </a:bodyPr>
          <a:lstStyle>
            <a:lvl1pPr>
              <a:spcBef>
                <a:spcPts val="1000"/>
              </a:spcBef>
              <a:defRPr sz="3600" cap="none" baseline="0"/>
            </a:lvl1pPr>
          </a:lstStyle>
          <a:p>
            <a:r>
              <a:rPr lang="en-US"/>
              <a:t>Main HEADING</a:t>
            </a:r>
            <a:br>
              <a:rPr lang="en-US"/>
            </a:br>
            <a:r>
              <a:rPr lang="en-US"/>
              <a:t>Size 40pt font</a:t>
            </a:r>
          </a:p>
        </p:txBody>
      </p:sp>
      <p:sp>
        <p:nvSpPr>
          <p:cNvPr id="22" name="Subtitle 2"/>
          <p:cNvSpPr>
            <a:spLocks noGrp="1"/>
          </p:cNvSpPr>
          <p:nvPr>
            <p:ph type="subTitle" idx="1" hasCustomPrompt="1"/>
          </p:nvPr>
        </p:nvSpPr>
        <p:spPr>
          <a:xfrm>
            <a:off x="838200" y="1600200"/>
            <a:ext cx="5101928" cy="393700"/>
          </a:xfrm>
        </p:spPr>
        <p:txBody>
          <a:bodyPr tIns="0">
            <a:noAutofit/>
          </a:bodyPr>
          <a:lstStyle>
            <a:lvl1pPr marL="0" indent="0" algn="l">
              <a:buNone/>
              <a:defRPr sz="2800" b="1" baseline="0">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Tree>
    <p:extLst>
      <p:ext uri="{BB962C8B-B14F-4D97-AF65-F5344CB8AC3E}">
        <p14:creationId xmlns:p14="http://schemas.microsoft.com/office/powerpoint/2010/main" val="2857929251"/>
      </p:ext>
    </p:extLst>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0/50 Title &amp; Content/Pic L">
    <p:spTree>
      <p:nvGrpSpPr>
        <p:cNvPr id="1" name=""/>
        <p:cNvGrpSpPr/>
        <p:nvPr/>
      </p:nvGrpSpPr>
      <p:grpSpPr>
        <a:xfrm>
          <a:off x="0" y="0"/>
          <a:ext cx="0" cy="0"/>
          <a:chOff x="0" y="0"/>
          <a:chExt cx="0" cy="0"/>
        </a:xfrm>
      </p:grpSpPr>
      <p:sp>
        <p:nvSpPr>
          <p:cNvPr id="16" name="Content Placeholder 2"/>
          <p:cNvSpPr>
            <a:spLocks noGrp="1"/>
          </p:cNvSpPr>
          <p:nvPr>
            <p:ph idx="15" hasCustomPrompt="1"/>
          </p:nvPr>
        </p:nvSpPr>
        <p:spPr>
          <a:xfrm>
            <a:off x="6254750" y="2156592"/>
            <a:ext cx="5101928" cy="3873835"/>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2" name="Title 1"/>
          <p:cNvSpPr>
            <a:spLocks noGrp="1"/>
          </p:cNvSpPr>
          <p:nvPr>
            <p:ph type="title" hasCustomPrompt="1"/>
          </p:nvPr>
        </p:nvSpPr>
        <p:spPr>
          <a:xfrm>
            <a:off x="6254750" y="433070"/>
            <a:ext cx="5101928" cy="1004437"/>
          </a:xfrm>
        </p:spPr>
        <p:txBody>
          <a:bodyPr anchor="b" anchorCtr="0">
            <a:normAutofit/>
          </a:bodyPr>
          <a:lstStyle>
            <a:lvl1pPr>
              <a:spcBef>
                <a:spcPts val="1000"/>
              </a:spcBef>
              <a:defRPr sz="3600" cap="none" baseline="0"/>
            </a:lvl1pPr>
          </a:lstStyle>
          <a:p>
            <a:r>
              <a:rPr lang="en-US"/>
              <a:t>Main HEADING</a:t>
            </a:r>
            <a:br>
              <a:rPr lang="en-US"/>
            </a:br>
            <a:r>
              <a:rPr lang="en-US"/>
              <a:t>Size 40pt font</a:t>
            </a:r>
          </a:p>
        </p:txBody>
      </p:sp>
      <p:sp>
        <p:nvSpPr>
          <p:cNvPr id="8" name="Picture Placeholder 7"/>
          <p:cNvSpPr>
            <a:spLocks noGrp="1"/>
          </p:cNvSpPr>
          <p:nvPr>
            <p:ph type="pic" sz="quarter" idx="14"/>
          </p:nvPr>
        </p:nvSpPr>
        <p:spPr>
          <a:xfrm>
            <a:off x="0" y="76200"/>
            <a:ext cx="5962650" cy="63246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1" name="Subtitle 2"/>
          <p:cNvSpPr>
            <a:spLocks noGrp="1"/>
          </p:cNvSpPr>
          <p:nvPr>
            <p:ph type="subTitle" idx="1" hasCustomPrompt="1"/>
          </p:nvPr>
        </p:nvSpPr>
        <p:spPr>
          <a:xfrm>
            <a:off x="6254750" y="1600200"/>
            <a:ext cx="5101928" cy="393700"/>
          </a:xfrm>
        </p:spPr>
        <p:txBody>
          <a:bodyPr tIns="0">
            <a:noAutofit/>
          </a:bodyPr>
          <a:lstStyle>
            <a:lvl1pPr marL="0" indent="0" algn="l">
              <a:buNone/>
              <a:defRPr sz="2800" b="1" baseline="0">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5B95ED-9069-46F6-BE95-60A47A071C1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1052567101"/>
      </p:ext>
    </p:extLst>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Content/Small Pic R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419101"/>
            <a:ext cx="10514012" cy="609600"/>
          </a:xfrm>
        </p:spPr>
        <p:txBody>
          <a:bodyPr anchor="t" anchorCtr="0">
            <a:noAutofit/>
          </a:bodyPr>
          <a:lstStyle>
            <a:lvl1pPr>
              <a:spcBef>
                <a:spcPts val="1000"/>
              </a:spcBef>
              <a:defRPr sz="4000" cap="none" baseline="0"/>
            </a:lvl1pPr>
          </a:lstStyle>
          <a:p>
            <a:r>
              <a:rPr lang="en-US"/>
              <a:t>Main HEADING Size 40pt font</a:t>
            </a:r>
          </a:p>
        </p:txBody>
      </p:sp>
      <p:sp>
        <p:nvSpPr>
          <p:cNvPr id="10" name="Subtitle 2"/>
          <p:cNvSpPr>
            <a:spLocks noGrp="1"/>
          </p:cNvSpPr>
          <p:nvPr>
            <p:ph type="subTitle" idx="1" hasCustomPrompt="1"/>
          </p:nvPr>
        </p:nvSpPr>
        <p:spPr>
          <a:xfrm>
            <a:off x="838200" y="1156460"/>
            <a:ext cx="10515600" cy="44374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9" name="Content Placeholder 2"/>
          <p:cNvSpPr>
            <a:spLocks noGrp="1"/>
          </p:cNvSpPr>
          <p:nvPr>
            <p:ph idx="15" hasCustomPrompt="1"/>
          </p:nvPr>
        </p:nvSpPr>
        <p:spPr>
          <a:xfrm>
            <a:off x="838200" y="1727959"/>
            <a:ext cx="6896100" cy="4291841"/>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solidFill>
                  <a:srgbClr val="464646"/>
                </a:solidFill>
              </a:defRPr>
            </a:lvl5pPr>
          </a:lstStyle>
          <a:p>
            <a:pPr lvl="0"/>
            <a:r>
              <a:rPr lang="en-US"/>
              <a:t>Third level – </a:t>
            </a:r>
            <a:r>
              <a:rPr lang="ja-JP" altLang="en-US"/>
              <a:t>メイリオ</a:t>
            </a:r>
            <a:br>
              <a:rPr lang="en-US"/>
            </a:b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4" name="Content Placeholder 3"/>
          <p:cNvSpPr>
            <a:spLocks noGrp="1"/>
          </p:cNvSpPr>
          <p:nvPr>
            <p:ph sz="quarter" idx="16" hasCustomPrompt="1"/>
          </p:nvPr>
        </p:nvSpPr>
        <p:spPr>
          <a:xfrm>
            <a:off x="8077200" y="1727959"/>
            <a:ext cx="3276600" cy="4291842"/>
          </a:xfrm>
          <a:solidFill>
            <a:schemeClr val="bg1">
              <a:lumMod val="95000"/>
            </a:schemeClr>
          </a:solidFill>
        </p:spPr>
        <p:txBody>
          <a:bodyPr tIns="548640"/>
          <a:lstStyle>
            <a:lvl1pPr marL="0" indent="0" algn="ctr">
              <a:buNone/>
              <a:defRPr baseline="0"/>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Click icon to </a:t>
            </a:r>
            <a:br>
              <a:rPr lang="en-US"/>
            </a:br>
            <a:r>
              <a:rPr lang="en-US"/>
              <a:t>add photo</a:t>
            </a:r>
          </a:p>
        </p:txBody>
      </p:sp>
      <p:sp>
        <p:nvSpPr>
          <p:cNvPr id="12"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4"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51207CA-2F4C-4300-959F-33BFE37EDEA2}"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4213722892"/>
      </p:ext>
    </p:extLst>
  </p:cSld>
  <p:clrMapOvr>
    <a:masterClrMapping/>
  </p:clrMapOvr>
  <p:transition spd="slow">
    <p:push/>
  </p:transition>
  <p:extLst>
    <p:ext uri="{DCECCB84-F9BA-43D5-87BE-67443E8EF086}">
      <p15:sldGuideLst xmlns:p15="http://schemas.microsoft.com/office/powerpoint/2012/main">
        <p15:guide id="1" orient="horz" pos="14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Text_A">
    <p:spTree>
      <p:nvGrpSpPr>
        <p:cNvPr id="1" name=""/>
        <p:cNvGrpSpPr/>
        <p:nvPr/>
      </p:nvGrpSpPr>
      <p:grpSpPr>
        <a:xfrm>
          <a:off x="0" y="0"/>
          <a:ext cx="0" cy="0"/>
          <a:chOff x="0" y="0"/>
          <a:chExt cx="0" cy="0"/>
        </a:xfrm>
      </p:grpSpPr>
      <p:sp>
        <p:nvSpPr>
          <p:cNvPr id="10" name="Content Placeholder 3"/>
          <p:cNvSpPr>
            <a:spLocks noGrp="1"/>
          </p:cNvSpPr>
          <p:nvPr>
            <p:ph sz="quarter" idx="16" hasCustomPrompt="1"/>
          </p:nvPr>
        </p:nvSpPr>
        <p:spPr>
          <a:xfrm>
            <a:off x="6229350" y="1727959"/>
            <a:ext cx="5124450" cy="4291842"/>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A28B07F-D7AE-4819-AF70-AA4381406B35}"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8" name="Title 1"/>
          <p:cNvSpPr>
            <a:spLocks noGrp="1"/>
          </p:cNvSpPr>
          <p:nvPr>
            <p:ph type="title" hasCustomPrompt="1"/>
          </p:nvPr>
        </p:nvSpPr>
        <p:spPr>
          <a:xfrm>
            <a:off x="839788" y="419101"/>
            <a:ext cx="10514012" cy="609600"/>
          </a:xfrm>
        </p:spPr>
        <p:txBody>
          <a:bodyPr anchor="t" anchorCtr="0">
            <a:noAutofit/>
          </a:bodyPr>
          <a:lstStyle>
            <a:lvl1pPr>
              <a:spcBef>
                <a:spcPts val="1000"/>
              </a:spcBef>
              <a:defRPr sz="4000" cap="none" baseline="0"/>
            </a:lvl1pPr>
          </a:lstStyle>
          <a:p>
            <a:r>
              <a:rPr lang="en-US"/>
              <a:t>Main HEADING Size 40pt font</a:t>
            </a:r>
          </a:p>
        </p:txBody>
      </p:sp>
      <p:sp>
        <p:nvSpPr>
          <p:cNvPr id="19" name="Subtitle 2"/>
          <p:cNvSpPr>
            <a:spLocks noGrp="1"/>
          </p:cNvSpPr>
          <p:nvPr>
            <p:ph type="subTitle" idx="1" hasCustomPrompt="1"/>
          </p:nvPr>
        </p:nvSpPr>
        <p:spPr>
          <a:xfrm>
            <a:off x="838200" y="1156460"/>
            <a:ext cx="10515600" cy="44374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20" name="Content Placeholder 3"/>
          <p:cNvSpPr>
            <a:spLocks noGrp="1"/>
          </p:cNvSpPr>
          <p:nvPr>
            <p:ph sz="quarter" idx="17" hasCustomPrompt="1"/>
          </p:nvPr>
        </p:nvSpPr>
        <p:spPr>
          <a:xfrm>
            <a:off x="838200" y="1727959"/>
            <a:ext cx="5124450" cy="4291842"/>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Tree>
    <p:extLst>
      <p:ext uri="{BB962C8B-B14F-4D97-AF65-F5344CB8AC3E}">
        <p14:creationId xmlns:p14="http://schemas.microsoft.com/office/powerpoint/2010/main" val="2804963130"/>
      </p:ext>
    </p:extLst>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Text_B">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839788" y="1707781"/>
            <a:ext cx="5103813" cy="4312020"/>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5" name="Text Placeholder 4"/>
          <p:cNvSpPr>
            <a:spLocks noGrp="1"/>
          </p:cNvSpPr>
          <p:nvPr>
            <p:ph type="body" sz="quarter" idx="3" hasCustomPrompt="1"/>
          </p:nvPr>
        </p:nvSpPr>
        <p:spPr>
          <a:xfrm>
            <a:off x="6267450" y="1143000"/>
            <a:ext cx="5087938" cy="457200"/>
          </a:xfrm>
        </p:spPr>
        <p:txBody>
          <a:bodyPr anchor="t" anchorCtr="0">
            <a:normAutofit/>
          </a:bodyPr>
          <a:lstStyle>
            <a:lvl1pPr marL="0" indent="0">
              <a:buNone/>
              <a:defRPr sz="2400" b="1">
                <a:solidFill>
                  <a:srgbClr val="46464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Second Heading - 28pt Font</a:t>
            </a:r>
          </a:p>
        </p:txBody>
      </p:sp>
      <p:sp>
        <p:nvSpPr>
          <p:cNvPr id="6" name="Content Placeholder 5"/>
          <p:cNvSpPr>
            <a:spLocks noGrp="1"/>
          </p:cNvSpPr>
          <p:nvPr>
            <p:ph sz="quarter" idx="4" hasCustomPrompt="1"/>
          </p:nvPr>
        </p:nvSpPr>
        <p:spPr>
          <a:xfrm>
            <a:off x="6267450" y="1707781"/>
            <a:ext cx="5087938" cy="4312020"/>
          </a:xfrm>
        </p:spPr>
        <p:txBody>
          <a:bodyPr/>
          <a:lstStyle>
            <a:lvl1pPr>
              <a:defRPr/>
            </a:lvl1pPr>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 – </a:t>
            </a:r>
            <a:r>
              <a:rPr lang="ja-JP" altLang="en-US"/>
              <a:t>メイリオ</a:t>
            </a:r>
            <a:r>
              <a:rPr lang="en-US"/>
              <a:t>(Body) 28pt Font</a:t>
            </a:r>
          </a:p>
          <a:p>
            <a:pPr lvl="2"/>
            <a:r>
              <a:rPr lang="en-US"/>
              <a:t>Fourth level -  </a:t>
            </a:r>
            <a:r>
              <a:rPr lang="ja-JP" altLang="en-US"/>
              <a:t>メイリオ</a:t>
            </a:r>
            <a:r>
              <a:rPr lang="en-US"/>
              <a:t>(Body) 20pt Font</a:t>
            </a:r>
          </a:p>
          <a:p>
            <a:pPr lvl="3"/>
            <a:r>
              <a:rPr lang="en-US"/>
              <a:t>Fifth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18pt Font</a:t>
            </a:r>
          </a:p>
        </p:txBody>
      </p:sp>
      <p:sp>
        <p:nvSpPr>
          <p:cNvPr id="10" name="Title 1"/>
          <p:cNvSpPr>
            <a:spLocks noGrp="1"/>
          </p:cNvSpPr>
          <p:nvPr>
            <p:ph type="title" hasCustomPrompt="1"/>
          </p:nvPr>
        </p:nvSpPr>
        <p:spPr>
          <a:xfrm>
            <a:off x="839788" y="425820"/>
            <a:ext cx="10516890" cy="609600"/>
          </a:xfrm>
        </p:spPr>
        <p:txBody>
          <a:bodyPr anchor="t" anchorCtr="0">
            <a:normAutofit/>
          </a:bodyPr>
          <a:lstStyle>
            <a:lvl1pPr>
              <a:spcBef>
                <a:spcPts val="1000"/>
              </a:spcBef>
              <a:defRPr sz="4000" cap="none" baseline="0"/>
            </a:lvl1pPr>
          </a:lstStyle>
          <a:p>
            <a:r>
              <a:rPr lang="en-US"/>
              <a:t>Main HEADING Size 40pt font</a:t>
            </a:r>
          </a:p>
        </p:txBody>
      </p:sp>
      <p:sp>
        <p:nvSpPr>
          <p:cNvPr id="11" name="Subtitle 2"/>
          <p:cNvSpPr>
            <a:spLocks noGrp="1"/>
          </p:cNvSpPr>
          <p:nvPr>
            <p:ph type="subTitle" idx="1" hasCustomPrompt="1"/>
          </p:nvPr>
        </p:nvSpPr>
        <p:spPr>
          <a:xfrm>
            <a:off x="838200" y="1143000"/>
            <a:ext cx="5105401" cy="457200"/>
          </a:xfrm>
        </p:spPr>
        <p:txBody>
          <a:bodyPr tIns="0">
            <a:normAutofit/>
          </a:bodyPr>
          <a:lstStyle>
            <a:lvl1pPr marL="0" indent="0" algn="l">
              <a:buNone/>
              <a:defRPr sz="24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A38A4F3-563C-47A9-B14B-EB51FED3560D}"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966614857"/>
      </p:ext>
    </p:extLst>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s Tex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9788" y="425820"/>
            <a:ext cx="10516890" cy="602880"/>
          </a:xfrm>
        </p:spPr>
        <p:txBody>
          <a:bodyPr anchor="t" anchorCtr="0">
            <a:normAutofit/>
          </a:bodyPr>
          <a:lstStyle>
            <a:lvl1pPr>
              <a:spcBef>
                <a:spcPts val="1000"/>
              </a:spcBef>
              <a:defRPr sz="4000" cap="none" baseline="0"/>
            </a:lvl1pPr>
          </a:lstStyle>
          <a:p>
            <a:r>
              <a:rPr lang="en-US"/>
              <a:t>Main HEADING Size 40pt font</a:t>
            </a:r>
          </a:p>
        </p:txBody>
      </p:sp>
      <p:sp>
        <p:nvSpPr>
          <p:cNvPr id="11" name="Subtitle 2"/>
          <p:cNvSpPr>
            <a:spLocks noGrp="1"/>
          </p:cNvSpPr>
          <p:nvPr>
            <p:ph type="subTitle" idx="1" hasCustomPrompt="1"/>
          </p:nvPr>
        </p:nvSpPr>
        <p:spPr>
          <a:xfrm>
            <a:off x="838200" y="1143000"/>
            <a:ext cx="10518478" cy="4572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3"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5"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86C6056-4D33-4223-B8C7-F2CFB7492950}"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7" name="Content Placeholder 3"/>
          <p:cNvSpPr>
            <a:spLocks noGrp="1"/>
          </p:cNvSpPr>
          <p:nvPr>
            <p:ph sz="quarter" idx="17" hasCustomPrompt="1"/>
          </p:nvPr>
        </p:nvSpPr>
        <p:spPr>
          <a:xfrm>
            <a:off x="838200" y="1727959"/>
            <a:ext cx="3273552" cy="4291842"/>
          </a:xfrm>
        </p:spPr>
        <p:txBody>
          <a:bodyPr/>
          <a:lstStyle>
            <a:lvl3pPr>
              <a:buSzPct val="75000"/>
              <a:defRPr/>
            </a:lvl3pPr>
            <a:lvl4pPr>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
        <p:nvSpPr>
          <p:cNvPr id="18" name="Content Placeholder 3"/>
          <p:cNvSpPr>
            <a:spLocks noGrp="1"/>
          </p:cNvSpPr>
          <p:nvPr>
            <p:ph sz="quarter" idx="18" hasCustomPrompt="1"/>
          </p:nvPr>
        </p:nvSpPr>
        <p:spPr>
          <a:xfrm>
            <a:off x="4459224" y="1727959"/>
            <a:ext cx="3273552" cy="4291842"/>
          </a:xfrm>
        </p:spPr>
        <p:txBody>
          <a:bodyPr/>
          <a:lstStyle>
            <a:lvl3pPr>
              <a:buSzPct val="75000"/>
              <a:defRPr/>
            </a:lvl3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
        <p:nvSpPr>
          <p:cNvPr id="19" name="Content Placeholder 3"/>
          <p:cNvSpPr>
            <a:spLocks noGrp="1"/>
          </p:cNvSpPr>
          <p:nvPr>
            <p:ph sz="quarter" idx="19" hasCustomPrompt="1"/>
          </p:nvPr>
        </p:nvSpPr>
        <p:spPr>
          <a:xfrm>
            <a:off x="8080248" y="1731167"/>
            <a:ext cx="3273552" cy="4291842"/>
          </a:xfrm>
        </p:spPr>
        <p:txBody>
          <a:bodyPr/>
          <a:lstStyle>
            <a:lvl3pPr>
              <a:buSzPct val="75000"/>
              <a:defRPr/>
            </a:lvl3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lvl5pPr>
          </a:lstStyle>
          <a:p>
            <a:pPr lvl="0"/>
            <a:r>
              <a:rPr lang="en-US"/>
              <a:t>Third level</a:t>
            </a:r>
          </a:p>
          <a:p>
            <a:pPr lvl="2"/>
            <a:r>
              <a:rPr lang="en-US"/>
              <a:t>Fourth level</a:t>
            </a:r>
          </a:p>
          <a:p>
            <a:pPr lvl="3"/>
            <a:r>
              <a:rPr lang="en-US"/>
              <a:t>Fifth level</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a:t>
            </a:r>
          </a:p>
        </p:txBody>
      </p:sp>
    </p:spTree>
    <p:extLst>
      <p:ext uri="{BB962C8B-B14F-4D97-AF65-F5344CB8AC3E}">
        <p14:creationId xmlns:p14="http://schemas.microsoft.com/office/powerpoint/2010/main" val="1634502264"/>
      </p:ext>
    </p:extLst>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w/ Media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839788" y="425820"/>
            <a:ext cx="10516890" cy="602880"/>
          </a:xfrm>
        </p:spPr>
        <p:txBody>
          <a:bodyPr anchor="t" anchorCtr="0">
            <a:normAutofit/>
          </a:bodyPr>
          <a:lstStyle>
            <a:lvl1pPr>
              <a:spcBef>
                <a:spcPts val="1000"/>
              </a:spcBef>
              <a:defRPr sz="4000" cap="none" baseline="0"/>
            </a:lvl1pPr>
          </a:lstStyle>
          <a:p>
            <a:r>
              <a:rPr lang="en-US"/>
              <a:t>Main HEADING Size 40pt font</a:t>
            </a:r>
          </a:p>
        </p:txBody>
      </p:sp>
      <p:sp>
        <p:nvSpPr>
          <p:cNvPr id="9" name="Subtitle 2"/>
          <p:cNvSpPr>
            <a:spLocks noGrp="1"/>
          </p:cNvSpPr>
          <p:nvPr>
            <p:ph type="subTitle" idx="1" hasCustomPrompt="1"/>
          </p:nvPr>
        </p:nvSpPr>
        <p:spPr>
          <a:xfrm>
            <a:off x="838200" y="1143000"/>
            <a:ext cx="10518478" cy="457200"/>
          </a:xfrm>
        </p:spPr>
        <p:txBody>
          <a:bodyPr tIns="0">
            <a:normAutofit/>
          </a:bodyPr>
          <a:lstStyle>
            <a:lvl1pPr marL="0" indent="0" algn="l">
              <a:buNone/>
              <a:defRPr sz="2800" b="1">
                <a:solidFill>
                  <a:srgbClr val="4646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Second Heading - 28pt Font</a:t>
            </a:r>
          </a:p>
        </p:txBody>
      </p:sp>
      <p:sp>
        <p:nvSpPr>
          <p:cNvPr id="11"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2"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3"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27236FF-35DB-4ABB-8669-48D06388DB64}"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Media Placeholder 9"/>
          <p:cNvSpPr>
            <a:spLocks noGrp="1"/>
          </p:cNvSpPr>
          <p:nvPr>
            <p:ph type="media" sz="quarter" idx="13"/>
          </p:nvPr>
        </p:nvSpPr>
        <p:spPr>
          <a:xfrm>
            <a:off x="1909916" y="4688079"/>
            <a:ext cx="1975104" cy="1331722"/>
          </a:xfrm>
        </p:spPr>
        <p:txBody>
          <a:bodyPr>
            <a:normAutofit/>
          </a:bodyPr>
          <a:lstStyle>
            <a:lvl1pPr marL="0" indent="0" algn="ctr">
              <a:buFontTx/>
              <a:buNone/>
              <a:defRPr sz="1800">
                <a:solidFill>
                  <a:schemeClr val="tx2"/>
                </a:solidFill>
              </a:defRPr>
            </a:lvl1pPr>
          </a:lstStyle>
          <a:p>
            <a:r>
              <a:rPr lang="ja-JP" altLang="en-US"/>
              <a:t>メディアを追加</a:t>
            </a:r>
            <a:endParaRPr lang="en-US"/>
          </a:p>
        </p:txBody>
      </p:sp>
      <p:sp>
        <p:nvSpPr>
          <p:cNvPr id="16" name="Media Placeholder 12"/>
          <p:cNvSpPr>
            <a:spLocks noGrp="1"/>
          </p:cNvSpPr>
          <p:nvPr>
            <p:ph type="media" sz="quarter" idx="18"/>
          </p:nvPr>
        </p:nvSpPr>
        <p:spPr>
          <a:xfrm>
            <a:off x="40433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
        <p:nvSpPr>
          <p:cNvPr id="17" name="Media Placeholder 14"/>
          <p:cNvSpPr>
            <a:spLocks noGrp="1"/>
          </p:cNvSpPr>
          <p:nvPr>
            <p:ph type="media" sz="quarter" idx="19"/>
          </p:nvPr>
        </p:nvSpPr>
        <p:spPr>
          <a:xfrm>
            <a:off x="61769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
        <p:nvSpPr>
          <p:cNvPr id="18" name="Media Placeholder 16"/>
          <p:cNvSpPr>
            <a:spLocks noGrp="1"/>
          </p:cNvSpPr>
          <p:nvPr>
            <p:ph type="media" sz="quarter" idx="20"/>
          </p:nvPr>
        </p:nvSpPr>
        <p:spPr>
          <a:xfrm>
            <a:off x="8310563" y="4687888"/>
            <a:ext cx="1974850" cy="1331912"/>
          </a:xfrm>
        </p:spPr>
        <p:txBody>
          <a:bodyPr>
            <a:normAutofit/>
          </a:bodyPr>
          <a:lstStyle>
            <a:lvl1pPr marL="0" indent="0" algn="ctr">
              <a:buNone/>
              <a:defRPr sz="1800">
                <a:solidFill>
                  <a:schemeClr val="tx2"/>
                </a:solidFill>
              </a:defRPr>
            </a:lvl1pPr>
          </a:lstStyle>
          <a:p>
            <a:r>
              <a:rPr lang="ja-JP" altLang="en-US"/>
              <a:t>メディアを追加</a:t>
            </a:r>
            <a:endParaRPr lang="en-US"/>
          </a:p>
        </p:txBody>
      </p:sp>
    </p:spTree>
    <p:extLst>
      <p:ext uri="{BB962C8B-B14F-4D97-AF65-F5344CB8AC3E}">
        <p14:creationId xmlns:p14="http://schemas.microsoft.com/office/powerpoint/2010/main" val="1001202261"/>
      </p:ext>
    </p:extLst>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Cus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31800"/>
            <a:ext cx="10515600" cy="596900"/>
          </a:xfrm>
        </p:spPr>
        <p:txBody>
          <a:bodyPr/>
          <a:lstStyle>
            <a:lvl1pPr>
              <a:spcBef>
                <a:spcPts val="1000"/>
              </a:spcBef>
              <a:defRPr cap="none" baseline="0"/>
            </a:lvl1pPr>
          </a:lstStyle>
          <a:p>
            <a:r>
              <a:rPr lang="en-US"/>
              <a:t>Main HEADING – Size 40pt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838200" y="1143001"/>
            <a:ext cx="10509249" cy="457200"/>
          </a:xfrm>
        </p:spPr>
        <p:txBody>
          <a:bodyPr>
            <a:normAutofit/>
          </a:bodyPr>
          <a:lstStyle>
            <a:lvl1pPr marL="0" indent="0" algn="l">
              <a:buNone/>
              <a:defRPr sz="2800" b="1">
                <a:solidFill>
                  <a:srgbClr val="46464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- 28pt Font</a:t>
            </a:r>
          </a:p>
        </p:txBody>
      </p:sp>
    </p:spTree>
    <p:extLst>
      <p:ext uri="{BB962C8B-B14F-4D97-AF65-F5344CB8AC3E}">
        <p14:creationId xmlns:p14="http://schemas.microsoft.com/office/powerpoint/2010/main" val="2192960302"/>
      </p:ext>
    </p:extLst>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8"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76EBF3E-D9B2-4F74-B395-E8015BA65EC0}"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3615691934"/>
      </p:ext>
    </p:extLst>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pyright Confidentiality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4" name="TextBox 3"/>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2" name="TextBox 11"/>
          <p:cNvSpPr txBox="1"/>
          <p:nvPr/>
        </p:nvSpPr>
        <p:spPr>
          <a:xfrm>
            <a:off x="838200" y="1889760"/>
            <a:ext cx="10500360"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This presentation is the property of Rigaku Corporation and its subsidiaries (the “Company”) and is strictly confidential. It contains information intended only for the person(s) to whom it is transmitted. With receipt of this information, recipient(s) acknowledges and agrees that: (1) this document is not intended to be distributed, and if distributed inadvertently, will be returned to the Company as soon as possible; (2) the recipient will not copy, fax, reproduce, divulge, or distribute this confidential information, in whole or in part, without the express written consent of the Company; (3) all of the information herein will be treated as confidential material with no less care than that afforded to its own confidential material.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64646"/>
              </a:solidFill>
              <a:effectLst/>
              <a:uLnTx/>
              <a:uFillTx/>
              <a:latin typeface="Segoe UI Semilight"/>
              <a:ea typeface="メイリオ"/>
              <a:cs typeface="+mn-cs"/>
            </a:endParaRPr>
          </a:p>
        </p:txBody>
      </p:sp>
      <p:sp>
        <p:nvSpPr>
          <p:cNvPr id="7" name="TextBox 6"/>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1" name="TextBox 6"/>
          <p:cNvSpPr txBox="1"/>
          <p:nvPr userDrawn="1"/>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CONFIDENTIALITY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Tree>
    <p:extLst>
      <p:ext uri="{BB962C8B-B14F-4D97-AF65-F5344CB8AC3E}">
        <p14:creationId xmlns:p14="http://schemas.microsoft.com/office/powerpoint/2010/main" val="3722250260"/>
      </p:ext>
    </p:extLst>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pyright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4" name="TextBox 3"/>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2" name="TextBox 11"/>
          <p:cNvSpPr txBox="1"/>
          <p:nvPr/>
        </p:nvSpPr>
        <p:spPr>
          <a:xfrm>
            <a:off x="838200" y="1889760"/>
            <a:ext cx="1050036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 2020 Rigaku Corporation and its Global Subsidiaries. All Rights Reserved.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The textual, photographic, video, audio, and combined audiovisual materials and documents resulting from the promotional or educational activities of Rigaku Corporation and its Global Subsidiaries, including the material contained on the various Corporate Web sites, are protected under U.S., Japanese and international laws as copyrighted works. Anyone who displays, reproduces, copies, creates derivative works, or sells our textual, photographic, multimedia, PowerPoint, video or audiovisual programs for commercial or non-commercial purposes without our permission violates the copyright laws and is liable for copyright infringement.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Likewise, Rigaku Corporation (and its Global Subsidiaries) trademarks and service marks are protected by state, federal, and international trademark laws. Any person who uses our marks for commercial or non-commercial purposes without our permission on goods or services in such a way that it dilutes the distinctive quality of our marks or that creates the likelihood of confusion with our marks is liable for trademark infringement.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Liability for copyright or trademark infringement involves the potential for significant civil damages, including, in particular cases, statutory damages, liability for up to three times actual damages, and attorney’s fees.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600" b="0" i="0" u="none" strike="noStrike" kern="1200" cap="none" spc="0" normalizeH="0" baseline="0" noProof="0">
                <a:ln>
                  <a:noFill/>
                </a:ln>
                <a:solidFill>
                  <a:srgbClr val="464646"/>
                </a:solidFill>
                <a:effectLst/>
                <a:uLnTx/>
                <a:uFillTx/>
                <a:latin typeface="Segoe UI Semilight"/>
                <a:ea typeface="ＭＳ Ｐゴシック" panose="020B0600070205080204" pitchFamily="34" charset="-128"/>
                <a:cs typeface="+mn-cs"/>
              </a:rPr>
              <a:t>If you have any questions regarding this notice, please send an e-mail to info@rigaku.com.</a:t>
            </a:r>
            <a:endParaRPr kumimoji="0" lang="en-US" altLang="en-US" sz="1600" b="0" i="0" u="none" strike="noStrike" kern="1200" cap="none" spc="0" normalizeH="0" baseline="0" noProof="0">
              <a:ln>
                <a:noFill/>
              </a:ln>
              <a:solidFill>
                <a:srgbClr val="464646"/>
              </a:solidFill>
              <a:effectLst/>
              <a:uLnTx/>
              <a:uFillTx/>
              <a:latin typeface="Segoe UI Semilight"/>
              <a:ea typeface="メイリオ"/>
              <a:cs typeface="+mn-cs"/>
            </a:endParaRPr>
          </a:p>
        </p:txBody>
      </p:sp>
      <p:sp>
        <p:nvSpPr>
          <p:cNvPr id="7" name="TextBox 6"/>
          <p:cNvSpPr txBox="1"/>
          <p:nvPr/>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
        <p:nvSpPr>
          <p:cNvPr id="11" name="TextBox 6"/>
          <p:cNvSpPr txBox="1"/>
          <p:nvPr userDrawn="1"/>
        </p:nvSpPr>
        <p:spPr>
          <a:xfrm>
            <a:off x="838200" y="375920"/>
            <a:ext cx="1050036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41E42"/>
                </a:solidFill>
                <a:effectLst/>
                <a:uLnTx/>
                <a:uFillTx/>
                <a:latin typeface="Segoe UI Semilight"/>
                <a:ea typeface="ＭＳ Ｐゴシック" panose="020B0600070205080204" pitchFamily="34" charset="-128"/>
                <a:cs typeface="+mn-cs"/>
              </a:rPr>
              <a:t>COPYRIGHT NOTICE</a:t>
            </a:r>
            <a:endParaRPr kumimoji="0" lang="en-US" sz="4000" b="1" i="0" u="none" strike="noStrike" kern="1200" cap="none" spc="0" normalizeH="0" baseline="0" noProof="0">
              <a:ln>
                <a:noFill/>
              </a:ln>
              <a:solidFill>
                <a:srgbClr val="041E42"/>
              </a:solidFill>
              <a:effectLst/>
              <a:uLnTx/>
              <a:uFillTx/>
              <a:latin typeface="Segoe UI Semilight"/>
              <a:ea typeface="メイリオ"/>
              <a:cs typeface="+mn-cs"/>
            </a:endParaRPr>
          </a:p>
        </p:txBody>
      </p:sp>
    </p:spTree>
    <p:extLst>
      <p:ext uri="{BB962C8B-B14F-4D97-AF65-F5344CB8AC3E}">
        <p14:creationId xmlns:p14="http://schemas.microsoft.com/office/powerpoint/2010/main" val="3655540861"/>
      </p:ext>
    </p:extLst>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2880375904"/>
      </p:ext>
    </p:extLst>
  </p:cSld>
  <p:clrMapOvr>
    <a:masterClrMapping/>
  </p:clrMapOvr>
  <p:transition spd="slow">
    <p:push/>
  </p:transition>
  <p:extLst>
    <p:ext uri="{DCECCB84-F9BA-43D5-87BE-67443E8EF086}">
      <p15:sldGuideLst xmlns:p15="http://schemas.microsoft.com/office/powerpoint/2012/main">
        <p15:guide id="13" orient="horz" pos="2160">
          <p15:clr>
            <a:srgbClr val="FBAE40"/>
          </p15:clr>
        </p15:guide>
        <p15:guide id="14" orient="horz" pos="3000">
          <p15:clr>
            <a:srgbClr val="FBAE40"/>
          </p15:clr>
        </p15:guide>
        <p15:guide id="15" orient="horz" pos="1968">
          <p15:clr>
            <a:srgbClr val="FBAE40"/>
          </p15:clr>
        </p15:guide>
        <p15:guide id="16" orient="horz"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endParaRPr kumimoji="0" lang="en-US" sz="600" b="0" i="0" u="none" strike="noStrike" kern="1200" cap="all" spc="0" normalizeH="0" baseline="0" noProof="0">
              <a:ln>
                <a:noFill/>
              </a:ln>
              <a:solidFill>
                <a:srgbClr val="FFFFFF"/>
              </a:solidFill>
              <a:effectLst/>
              <a:uLnTx/>
              <a:uFillTx/>
              <a:latin typeface="Segoe UI Semilight"/>
              <a:ea typeface="メイリオ"/>
              <a:cs typeface="Segoe UI Semilight" panose="020B0402040204020203" pitchFamily="34" charset="0"/>
            </a:endParaRP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4251210643"/>
      </p:ext>
    </p:extLst>
  </p:cSld>
  <p:clrMapOvr>
    <a:masterClrMapping/>
  </p:clrMapOvr>
  <p:transition spd="slow">
    <p:push/>
  </p:transition>
  <p:hf hdr="0" dt="0"/>
  <p:extLst>
    <p:ext uri="{DCECCB84-F9BA-43D5-87BE-67443E8EF086}">
      <p15:sldGuideLst xmlns:p15="http://schemas.microsoft.com/office/powerpoint/2012/main">
        <p15:guide id="9" orient="horz" pos="2160">
          <p15:clr>
            <a:srgbClr val="FBAE40"/>
          </p15:clr>
        </p15:guide>
        <p15:guide id="10" orient="horz" pos="3000">
          <p15:clr>
            <a:srgbClr val="FBAE40"/>
          </p15:clr>
        </p15:guide>
        <p15:guide id="11" orient="horz" pos="1968">
          <p15:clr>
            <a:srgbClr val="FBAE40"/>
          </p15:clr>
        </p15:guide>
        <p15:guide id="12" orient="horz"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Divider Slide 1">
    <p:spTree>
      <p:nvGrpSpPr>
        <p:cNvPr id="1" name=""/>
        <p:cNvGrpSpPr/>
        <p:nvPr/>
      </p:nvGrpSpPr>
      <p:grpSpPr>
        <a:xfrm>
          <a:off x="0" y="0"/>
          <a:ext cx="0" cy="0"/>
          <a:chOff x="0" y="0"/>
          <a:chExt cx="0" cy="0"/>
        </a:xfrm>
      </p:grpSpPr>
      <p:sp>
        <p:nvSpPr>
          <p:cNvPr id="10" name="Title 1"/>
          <p:cNvSpPr txBox="1">
            <a:spLocks/>
          </p:cNvSpPr>
          <p:nvPr/>
        </p:nvSpPr>
        <p:spPr>
          <a:xfrm>
            <a:off x="825500" y="2559050"/>
            <a:ext cx="10515600" cy="1701800"/>
          </a:xfrm>
          <a:prstGeom prst="rect">
            <a:avLst/>
          </a:prstGeom>
        </p:spPr>
        <p:txBody>
          <a:bodyPr vert="horz" lIns="91440" tIns="45720" rIns="91440" bIns="0" rtlCol="0" anchor="b" anchorCtr="0">
            <a:normAutofit/>
          </a:bodyPr>
          <a:lstStyle>
            <a:lvl1pPr algn="ctr" defTabSz="914400" rtl="0" eaLnBrk="1" latinLnBrk="0" hangingPunct="1">
              <a:lnSpc>
                <a:spcPct val="90000"/>
              </a:lnSpc>
              <a:spcBef>
                <a:spcPct val="0"/>
              </a:spcBef>
              <a:buNone/>
              <a:defRPr sz="3600" kern="1200" cap="all" baseline="0">
                <a:solidFill>
                  <a:srgbClr val="041E42"/>
                </a:solidFill>
                <a:latin typeface="Montserrat Medium" panose="00000600000000000000" pitchFamily="50"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Click to edit Master </a:t>
            </a:r>
            <a:r>
              <a:rPr kumimoji="0" lang="ja-JP" alt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タイトル</a:t>
            </a:r>
            <a:r>
              <a:rPr kumimoji="0" lang="en-US" sz="4000" b="0" i="0" u="none" strike="noStrike" kern="1200" cap="all"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mj-cs"/>
              </a:rPr>
              <a:t> style</a:t>
            </a:r>
          </a:p>
        </p:txBody>
      </p:sp>
      <p:sp>
        <p:nvSpPr>
          <p:cNvPr id="8" name="Picture Placeholder 7"/>
          <p:cNvSpPr>
            <a:spLocks noGrp="1"/>
          </p:cNvSpPr>
          <p:nvPr>
            <p:ph type="pic" sz="quarter" idx="13"/>
          </p:nvPr>
        </p:nvSpPr>
        <p:spPr>
          <a:xfrm>
            <a:off x="0" y="0"/>
            <a:ext cx="12191999" cy="4343400"/>
          </a:xfrm>
          <a:solidFill>
            <a:schemeClr val="bg1">
              <a:lumMod val="95000"/>
            </a:schemeClr>
          </a:solidFill>
        </p:spPr>
        <p:txBody>
          <a:bodyPr bIns="640080" anchor="b" anchorCtr="0">
            <a:normAutofit/>
          </a:bodyPr>
          <a:lstStyle>
            <a:lvl1pPr marL="0" indent="0" algn="ctr">
              <a:buFontTx/>
              <a:buNone/>
              <a:defRPr sz="2400" b="1" i="1">
                <a:solidFill>
                  <a:schemeClr val="tx2"/>
                </a:solidFill>
              </a:defRPr>
            </a:lvl1pPr>
          </a:lstStyle>
          <a:p>
            <a:r>
              <a:rPr lang="ja-JP" altLang="en-US"/>
              <a:t>アイコンをクリックして図を追加</a:t>
            </a:r>
            <a:endParaRPr lang="en-US"/>
          </a:p>
        </p:txBody>
      </p:sp>
      <p:sp>
        <p:nvSpPr>
          <p:cNvPr id="13" name="Text Placeholder 2"/>
          <p:cNvSpPr>
            <a:spLocks noGrp="1"/>
          </p:cNvSpPr>
          <p:nvPr>
            <p:ph type="body" idx="14" hasCustomPrompt="1"/>
          </p:nvPr>
        </p:nvSpPr>
        <p:spPr>
          <a:xfrm>
            <a:off x="846666" y="2921371"/>
            <a:ext cx="10515600" cy="1431026"/>
          </a:xfrm>
        </p:spPr>
        <p:txBody>
          <a:bodyPr anchor="b" anchorCtr="0">
            <a:noAutofit/>
          </a:bodyPr>
          <a:lstStyle>
            <a:lvl1pPr marL="0" indent="0" algn="ctr">
              <a:buNone/>
              <a:defRPr sz="4000" b="1" cap="all" baseline="0">
                <a:solidFill>
                  <a:schemeClr val="bg1"/>
                </a:solidFill>
                <a:latin typeface="メイリオ" panose="020B0604030504040204" pitchFamily="50" charset="-128"/>
                <a:ea typeface="メイリオ"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Divider Slide (With image)</a:t>
            </a:r>
          </a:p>
        </p:txBody>
      </p:sp>
      <p:sp>
        <p:nvSpPr>
          <p:cNvPr id="14"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5"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6"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8357E68-063E-4963-A53C-37713E0CB8CE}"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1" name="Content Placeholder 2"/>
          <p:cNvSpPr>
            <a:spLocks noGrp="1"/>
          </p:cNvSpPr>
          <p:nvPr>
            <p:ph sz="quarter" idx="19" hasCustomPrompt="1"/>
          </p:nvPr>
        </p:nvSpPr>
        <p:spPr>
          <a:xfrm>
            <a:off x="3382028" y="4960306"/>
            <a:ext cx="5436296" cy="1059493"/>
          </a:xfrm>
        </p:spPr>
        <p:txBody>
          <a:bodyPr anchor="ctr"/>
          <a:lstStyle>
            <a:lvl1pPr marL="0" marR="0" indent="0" algn="ctr" defTabSz="914400" rtl="0" eaLnBrk="1" fontAlgn="auto" latinLnBrk="0" hangingPunct="1">
              <a:lnSpc>
                <a:spcPct val="110000"/>
              </a:lnSpc>
              <a:spcBef>
                <a:spcPts val="0"/>
              </a:spcBef>
              <a:spcAft>
                <a:spcPts val="600"/>
              </a:spcAft>
              <a:buClrTx/>
              <a:buSzTx/>
              <a:buFontTx/>
              <a:buNone/>
              <a:tabLst/>
              <a:defRPr/>
            </a:lvl1pPr>
          </a:lstStyle>
          <a:p>
            <a:r>
              <a:rPr lang="en-US"/>
              <a:t>Click icon to add picture</a:t>
            </a:r>
          </a:p>
        </p:txBody>
      </p:sp>
    </p:spTree>
    <p:extLst>
      <p:ext uri="{BB962C8B-B14F-4D97-AF65-F5344CB8AC3E}">
        <p14:creationId xmlns:p14="http://schemas.microsoft.com/office/powerpoint/2010/main" val="1897962140"/>
      </p:ext>
    </p:extLst>
  </p:cSld>
  <p:clrMapOvr>
    <a:masterClrMapping/>
  </p:clrMapOvr>
  <p:transition spd="slow">
    <p:push/>
  </p:transition>
  <p:extLst>
    <p:ext uri="{DCECCB84-F9BA-43D5-87BE-67443E8EF086}">
      <p15:sldGuideLst xmlns:p15="http://schemas.microsoft.com/office/powerpoint/2012/main">
        <p15:guide id="9" orient="horz" pos="2160">
          <p15:clr>
            <a:srgbClr val="FBAE40"/>
          </p15:clr>
        </p15:guide>
        <p15:guide id="10" orient="horz" pos="3000">
          <p15:clr>
            <a:srgbClr val="FBAE40"/>
          </p15:clr>
        </p15:guide>
        <p15:guide id="11" orient="horz" pos="1968">
          <p15:clr>
            <a:srgbClr val="FBAE40"/>
          </p15:clr>
        </p15:guide>
        <p15:guide id="12" orient="horz"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プレ研修資料フォーマット">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519" y="213913"/>
            <a:ext cx="7629144" cy="575819"/>
          </a:xfrm>
        </p:spPr>
        <p:txBody>
          <a:bodyPr>
            <a:normAutofit/>
          </a:bodyPr>
          <a:lstStyle>
            <a:lvl1pPr>
              <a:spcBef>
                <a:spcPts val="1000"/>
              </a:spcBef>
              <a:defRPr sz="3200" cap="none" baseline="0">
                <a:solidFill>
                  <a:schemeClr val="tx1"/>
                </a:solidFill>
              </a:defRPr>
            </a:lvl1pPr>
          </a:lstStyle>
          <a:p>
            <a:r>
              <a:rPr lang="en-US"/>
              <a:t>Main HEADING – Size 32pt font</a:t>
            </a:r>
          </a:p>
        </p:txBody>
      </p:sp>
      <p:sp>
        <p:nvSpPr>
          <p:cNvPr id="3" name="Content Placeholder 2"/>
          <p:cNvSpPr>
            <a:spLocks noGrp="1"/>
          </p:cNvSpPr>
          <p:nvPr>
            <p:ph idx="1" hasCustomPrompt="1"/>
          </p:nvPr>
        </p:nvSpPr>
        <p:spPr>
          <a:xfrm>
            <a:off x="71519" y="1256350"/>
            <a:ext cx="11654829" cy="4780105"/>
          </a:xfrm>
        </p:spPr>
        <p:txBody>
          <a:bodyPr>
            <a:normAutofit/>
          </a:bodyPr>
          <a:lstStyle>
            <a:lvl1pPr>
              <a:defRPr sz="2000">
                <a:solidFill>
                  <a:schemeClr val="tx1"/>
                </a:solidFill>
              </a:defRPr>
            </a:lvl1pPr>
            <a:lvl2pPr>
              <a:defRPr>
                <a:solidFill>
                  <a:srgbClr val="464646"/>
                </a:solidFill>
              </a:defRPr>
            </a:lvl2pPr>
            <a:lvl3pPr>
              <a:buSzPct val="75000"/>
              <a:defRPr sz="1600">
                <a:solidFill>
                  <a:schemeClr val="tx1"/>
                </a:solidFill>
              </a:defRPr>
            </a:lvl3pPr>
            <a:lvl4pPr>
              <a:defRPr sz="1400">
                <a:solidFill>
                  <a:schemeClr val="tx1"/>
                </a:solidFill>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sz="1400">
                <a:solidFill>
                  <a:schemeClr val="tx1"/>
                </a:solidFill>
              </a:defRPr>
            </a:lvl5pPr>
          </a:lstStyle>
          <a:p>
            <a:pPr lvl="0"/>
            <a:r>
              <a:rPr lang="en-US"/>
              <a:t>Third level – </a:t>
            </a:r>
            <a:r>
              <a:rPr lang="ja-JP" altLang="en-US"/>
              <a:t>メイリオ</a:t>
            </a:r>
            <a:r>
              <a:rPr lang="en-US"/>
              <a:t>(Body) 20pt Font</a:t>
            </a:r>
          </a:p>
          <a:p>
            <a:pPr lvl="2"/>
            <a:r>
              <a:rPr lang="en-US"/>
              <a:t>Fourth level -  </a:t>
            </a:r>
            <a:r>
              <a:rPr lang="ja-JP" altLang="en-US"/>
              <a:t>メイリオ</a:t>
            </a:r>
            <a:r>
              <a:rPr lang="en-US"/>
              <a:t>(Body) 16pt Font</a:t>
            </a:r>
          </a:p>
          <a:p>
            <a:pPr lvl="3"/>
            <a:r>
              <a:rPr lang="en-US"/>
              <a:t>Fifth level – </a:t>
            </a:r>
            <a:r>
              <a:rPr lang="ja-JP" altLang="en-US"/>
              <a:t>メイリオ</a:t>
            </a:r>
            <a:r>
              <a:rPr lang="en-US"/>
              <a:t>(Body) 14pt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Sixth level – </a:t>
            </a:r>
            <a:r>
              <a:rPr lang="ja-JP" altLang="en-US"/>
              <a:t>メイリオ</a:t>
            </a:r>
            <a:r>
              <a:rPr lang="en-US"/>
              <a:t>(Body) 14pt Font</a:t>
            </a:r>
          </a:p>
        </p:txBody>
      </p:sp>
      <p:sp>
        <p:nvSpPr>
          <p:cNvPr id="8" name="Slide Number Placeholder 5"/>
          <p:cNvSpPr>
            <a:spLocks noGrp="1"/>
          </p:cNvSpPr>
          <p:nvPr>
            <p:ph type="sldNum" sz="quarter" idx="12"/>
          </p:nvPr>
        </p:nvSpPr>
        <p:spPr>
          <a:xfrm>
            <a:off x="11391365" y="6477001"/>
            <a:ext cx="413071" cy="311150"/>
          </a:xfrm>
        </p:spPr>
        <p:txBody>
          <a:bodyPr/>
          <a:lstStyle>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9" name="Footer Placeholder 4"/>
          <p:cNvSpPr>
            <a:spLocks noGrp="1"/>
          </p:cNvSpPr>
          <p:nvPr>
            <p:ph type="ftr" sz="quarter" idx="11"/>
          </p:nvPr>
        </p:nvSpPr>
        <p:spPr>
          <a:xfrm>
            <a:off x="8925436" y="6487628"/>
            <a:ext cx="2431242" cy="300522"/>
          </a:xfrm>
        </p:spPr>
        <p:txBody>
          <a:bodyPr/>
          <a:lstStyle>
            <a:lvl1pPr>
              <a:defRPr>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all" spc="0" normalizeH="0" baseline="0" noProof="0">
                <a:ln>
                  <a:noFill/>
                </a:ln>
                <a:solidFill>
                  <a:srgbClr val="FFFFFF"/>
                </a:solidFill>
                <a:effectLst/>
                <a:uLnTx/>
                <a:uFillTx/>
                <a:latin typeface="Segoe UI Semilight"/>
                <a:ea typeface="メイリオ"/>
                <a:cs typeface="+mn-cs"/>
              </a:rPr>
              <a:t>© 2020 Rigaku Corporation. All rights reserved</a:t>
            </a:r>
          </a:p>
        </p:txBody>
      </p:sp>
      <p:sp>
        <p:nvSpPr>
          <p:cNvPr id="10" name="Date Placeholder 3"/>
          <p:cNvSpPr>
            <a:spLocks noGrp="1"/>
          </p:cNvSpPr>
          <p:nvPr>
            <p:ph type="dt" sz="half" idx="10"/>
          </p:nvPr>
        </p:nvSpPr>
        <p:spPr>
          <a:xfrm>
            <a:off x="8263057" y="6477000"/>
            <a:ext cx="1088359" cy="311150"/>
          </a:xfrm>
        </p:spPr>
        <p:txBody>
          <a:bodyPr/>
          <a:lstStyle>
            <a:lvl1pPr>
              <a:defRPr>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CC1CB69-A35B-4B77-B0C3-EEDF66512D48}"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3" name="Text Placeholder 2"/>
          <p:cNvSpPr>
            <a:spLocks noGrp="1"/>
          </p:cNvSpPr>
          <p:nvPr>
            <p:ph type="body" idx="13" hasCustomPrompt="1"/>
          </p:nvPr>
        </p:nvSpPr>
        <p:spPr>
          <a:xfrm>
            <a:off x="71519" y="713556"/>
            <a:ext cx="7622793" cy="592898"/>
          </a:xfrm>
        </p:spPr>
        <p:txBody>
          <a:bodyPr>
            <a:normAutofit/>
          </a:bodyPr>
          <a:lstStyle>
            <a:lvl1pPr marL="0" indent="0" algn="l">
              <a:buNone/>
              <a:defRPr sz="2400" b="1">
                <a:solidFill>
                  <a:schemeClr val="tx1"/>
                </a:solidFill>
                <a:latin typeface="メイリオ" panose="020B0604030504040204" pitchFamily="50" charset="-128"/>
                <a:ea typeface="メイリオ" panose="020B0604030504040204" pitchFamily="50" charset="-128"/>
                <a:cs typeface="Segoe UI Semibold" panose="020B07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Second Heading - 24pt Font</a:t>
            </a:r>
          </a:p>
        </p:txBody>
      </p:sp>
    </p:spTree>
    <p:extLst>
      <p:ext uri="{BB962C8B-B14F-4D97-AF65-F5344CB8AC3E}">
        <p14:creationId xmlns:p14="http://schemas.microsoft.com/office/powerpoint/2010/main" val="2589854480"/>
      </p:ext>
    </p:extLst>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191415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963982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413109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325371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7232371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471232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40449573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0083789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17302142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8179046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2996462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3048" y="6400800"/>
            <a:ext cx="12188952" cy="457200"/>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2" name="Title Placeholder 1"/>
          <p:cNvSpPr>
            <a:spLocks noGrp="1"/>
          </p:cNvSpPr>
          <p:nvPr>
            <p:ph type="title"/>
          </p:nvPr>
        </p:nvSpPr>
        <p:spPr>
          <a:xfrm>
            <a:off x="838200" y="427333"/>
            <a:ext cx="10515600" cy="601367"/>
          </a:xfrm>
          <a:prstGeom prst="rect">
            <a:avLst/>
          </a:prstGeom>
        </p:spPr>
        <p:txBody>
          <a:bodyPr vert="horz" lIns="91440" tIns="45720" rIns="91440" bIns="0" rtlCol="0" anchor="t" anchorCtr="0">
            <a:normAutofit/>
          </a:bodyPr>
          <a:lstStyle/>
          <a:p>
            <a:r>
              <a:rPr lang="en-US"/>
              <a:t>Main HEADING – Size 40pt font</a:t>
            </a:r>
          </a:p>
        </p:txBody>
      </p:sp>
      <p:sp>
        <p:nvSpPr>
          <p:cNvPr id="3" name="Text Placeholder 2"/>
          <p:cNvSpPr>
            <a:spLocks noGrp="1"/>
          </p:cNvSpPr>
          <p:nvPr>
            <p:ph type="body" idx="1"/>
          </p:nvPr>
        </p:nvSpPr>
        <p:spPr>
          <a:xfrm>
            <a:off x="838200" y="1142999"/>
            <a:ext cx="10515600" cy="4876801"/>
          </a:xfrm>
          <a:prstGeom prst="rect">
            <a:avLst/>
          </a:prstGeom>
        </p:spPr>
        <p:txBody>
          <a:bodyPr vert="horz" lIns="91440" tIns="45720" rIns="91440" bIns="45720" rtlCol="0">
            <a:normAutofit/>
          </a:bodyPr>
          <a:lstStyle/>
          <a:p>
            <a:pPr lvl="0"/>
            <a:r>
              <a:rPr lang="en-US"/>
              <a:t>Second level – </a:t>
            </a:r>
            <a:r>
              <a:rPr lang="ja-JP" altLang="en-US"/>
              <a:t>メイリオ</a:t>
            </a:r>
            <a:r>
              <a:rPr lang="en-US"/>
              <a:t>(Headings) 28pt Font</a:t>
            </a:r>
          </a:p>
          <a:p>
            <a:pPr lvl="2"/>
            <a:r>
              <a:rPr lang="en-US"/>
              <a:t>Third level -  </a:t>
            </a:r>
            <a:r>
              <a:rPr lang="ja-JP" altLang="en-US"/>
              <a:t>メイリオ</a:t>
            </a:r>
            <a:r>
              <a:rPr lang="en-US"/>
              <a:t>(Body) 20pt Font</a:t>
            </a:r>
          </a:p>
          <a:p>
            <a:pPr lvl="3"/>
            <a:r>
              <a:rPr lang="en-US"/>
              <a:t>Fourth level – </a:t>
            </a:r>
            <a:r>
              <a:rPr lang="ja-JP" altLang="en-US"/>
              <a:t>メイリオ</a:t>
            </a:r>
            <a:r>
              <a:rPr lang="en-US"/>
              <a:t>(Body) 18pt Font</a:t>
            </a:r>
          </a:p>
          <a:p>
            <a:pPr marL="1828800" marR="0" lvl="4"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a:pPr>
            <a:r>
              <a:rPr lang="en-US"/>
              <a:t>Fifth level – </a:t>
            </a:r>
            <a:r>
              <a:rPr lang="ja-JP" altLang="en-US"/>
              <a:t>メイリオ</a:t>
            </a:r>
            <a:r>
              <a:rPr lang="en-US"/>
              <a:t>(Body) 18pt Font</a:t>
            </a:r>
          </a:p>
        </p:txBody>
      </p:sp>
      <p:sp>
        <p:nvSpPr>
          <p:cNvPr id="4" name="Date Placeholder 3"/>
          <p:cNvSpPr>
            <a:spLocks noGrp="1"/>
          </p:cNvSpPr>
          <p:nvPr>
            <p:ph type="dt" sz="half" idx="2"/>
          </p:nvPr>
        </p:nvSpPr>
        <p:spPr>
          <a:xfrm>
            <a:off x="8270980" y="6477000"/>
            <a:ext cx="1088359" cy="311150"/>
          </a:xfrm>
          <a:prstGeom prst="rect">
            <a:avLst/>
          </a:prstGeom>
        </p:spPr>
        <p:txBody>
          <a:bodyPr vert="horz" lIns="91440" tIns="45720" rIns="0" bIns="45720" rtlCol="0" anchor="ctr"/>
          <a:lstStyle>
            <a:lvl1pPr algn="r">
              <a:defRPr sz="600">
                <a:solidFill>
                  <a:schemeClr val="bg1"/>
                </a:solidFill>
                <a:latin typeface="+mj-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2B25E7-DEA7-4D5B-B47A-22EBA008311B}" type="datetime1">
              <a:rPr kumimoji="0" lang="en-US" sz="6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3/12/2026</a:t>
            </a:fld>
            <a:endParaRPr kumimoji="0" lang="en-US" sz="6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p:cNvSpPr>
            <a:spLocks noGrp="1"/>
          </p:cNvSpPr>
          <p:nvPr>
            <p:ph type="ftr" sz="quarter" idx="3"/>
          </p:nvPr>
        </p:nvSpPr>
        <p:spPr>
          <a:xfrm>
            <a:off x="8925436" y="6487628"/>
            <a:ext cx="2431242" cy="300522"/>
          </a:xfrm>
          <a:prstGeom prst="rect">
            <a:avLst/>
          </a:prstGeom>
        </p:spPr>
        <p:txBody>
          <a:bodyPr vert="horz" lIns="0" tIns="45720" rIns="91440" bIns="45720" rtlCol="0" anchor="ctr"/>
          <a:lstStyle>
            <a:lvl1pPr algn="r">
              <a:defRPr sz="600" cap="all" baseline="0">
                <a:solidFill>
                  <a:schemeClr val="bg1"/>
                </a:solidFill>
                <a:latin typeface="+mj-lt"/>
              </a:defRPr>
            </a:lvl1pPr>
          </a:lstStyle>
          <a:p>
            <a:pPr>
              <a:defRPr/>
            </a:pPr>
            <a:r>
              <a:rPr kumimoji="0" lang="en-US" dirty="0">
                <a:solidFill>
                  <a:srgbClr val="FFFFFF"/>
                </a:solidFill>
              </a:rPr>
              <a:t>© 2021 </a:t>
            </a:r>
            <a:r>
              <a:rPr kumimoji="0" lang="en-US" dirty="0" err="1">
                <a:solidFill>
                  <a:srgbClr val="FFFFFF"/>
                </a:solidFill>
              </a:rPr>
              <a:t>Rigaku</a:t>
            </a:r>
            <a:r>
              <a:rPr kumimoji="0" lang="en-US" dirty="0">
                <a:solidFill>
                  <a:srgbClr val="FFFFFF"/>
                </a:solidFill>
              </a:rPr>
              <a:t> Corporation. All rights reserved</a:t>
            </a:r>
            <a:endParaRPr kumimoji="0" lang="en-US" dirty="0">
              <a:solidFill>
                <a:srgbClr val="FFFFFF"/>
              </a:solidFill>
              <a:cs typeface="Segoe UI Semilight" panose="020B0402040204020203" pitchFamily="34" charset="0"/>
            </a:endParaRPr>
          </a:p>
        </p:txBody>
      </p:sp>
      <p:sp>
        <p:nvSpPr>
          <p:cNvPr id="6" name="Slide Number Placeholder 5"/>
          <p:cNvSpPr>
            <a:spLocks noGrp="1"/>
          </p:cNvSpPr>
          <p:nvPr>
            <p:ph type="sldNum" sz="quarter" idx="4"/>
          </p:nvPr>
        </p:nvSpPr>
        <p:spPr>
          <a:xfrm>
            <a:off x="11391365" y="6477001"/>
            <a:ext cx="413071" cy="311150"/>
          </a:xfrm>
          <a:prstGeom prst="rect">
            <a:avLst/>
          </a:prstGeom>
        </p:spPr>
        <p:txBody>
          <a:bodyPr vert="horz" lIns="91440" tIns="0" rIns="91440" bIns="0" rtlCol="0" anchor="ctr"/>
          <a:lstStyle>
            <a:lvl1pPr algn="ctr">
              <a:defRPr sz="800">
                <a:solidFill>
                  <a:schemeClr val="bg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7" name="Rectangle 6"/>
          <p:cNvSpPr/>
          <p:nvPr/>
        </p:nvSpPr>
        <p:spPr>
          <a:xfrm>
            <a:off x="3048" y="0"/>
            <a:ext cx="12188952" cy="82296"/>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0" name="Oval 9"/>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4" name="Oval 13"/>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17" name="Oval 16"/>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5" name="Picture 14"/>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64098" y="6477000"/>
            <a:ext cx="1513224" cy="311150"/>
          </a:xfrm>
          <a:prstGeom prst="rect">
            <a:avLst/>
          </a:prstGeom>
        </p:spPr>
      </p:pic>
      <p:sp>
        <p:nvSpPr>
          <p:cNvPr id="18" name="Oval 17"/>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pic>
        <p:nvPicPr>
          <p:cNvPr id="16" name="Picture 15"/>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64098" y="6477000"/>
            <a:ext cx="1513224" cy="311150"/>
          </a:xfrm>
          <a:prstGeom prst="rect">
            <a:avLst/>
          </a:prstGeom>
        </p:spPr>
      </p:pic>
      <p:sp>
        <p:nvSpPr>
          <p:cNvPr id="19" name="Oval 18"/>
          <p:cNvSpPr/>
          <p:nvPr/>
        </p:nvSpPr>
        <p:spPr>
          <a:xfrm>
            <a:off x="11460740" y="6487628"/>
            <a:ext cx="274320" cy="274320"/>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メイリオ"/>
              <a:cs typeface="+mn-cs"/>
            </a:endParaRPr>
          </a:p>
        </p:txBody>
      </p:sp>
    </p:spTree>
    <p:extLst>
      <p:ext uri="{BB962C8B-B14F-4D97-AF65-F5344CB8AC3E}">
        <p14:creationId xmlns:p14="http://schemas.microsoft.com/office/powerpoint/2010/main" val="885610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transition spd="slow">
    <p:push/>
  </p:transition>
  <p:hf hdr="0" dt="0"/>
  <p:txStyles>
    <p:titleStyle>
      <a:lvl1pPr algn="l" defTabSz="914400" rtl="0" eaLnBrk="1" latinLnBrk="0" hangingPunct="1">
        <a:lnSpc>
          <a:spcPct val="90000"/>
        </a:lnSpc>
        <a:spcBef>
          <a:spcPct val="0"/>
        </a:spcBef>
        <a:buNone/>
        <a:defRPr kumimoji="1" sz="4000" b="1" kern="1200" cap="all" baseline="0">
          <a:solidFill>
            <a:srgbClr val="041E42"/>
          </a:solidFill>
          <a:latin typeface="メイリオ" panose="020B0604030504040204" pitchFamily="50" charset="-128"/>
          <a:ea typeface="メイリオ" panose="020B0604030504040204" pitchFamily="50" charset="-128"/>
          <a:cs typeface="+mj-cs"/>
        </a:defRPr>
      </a:lvl1pPr>
    </p:titleStyle>
    <p:bodyStyle>
      <a:lvl1pPr marL="365760" indent="-365760" algn="l" defTabSz="914400" rtl="0" eaLnBrk="1" latinLnBrk="0" hangingPunct="1">
        <a:lnSpc>
          <a:spcPct val="110000"/>
        </a:lnSpc>
        <a:spcBef>
          <a:spcPts val="1000"/>
        </a:spcBef>
        <a:spcAft>
          <a:spcPts val="0"/>
        </a:spcAft>
        <a:buFont typeface="Arial" panose="020B0604020202020204" pitchFamily="34" charset="0"/>
        <a:buChar char="•"/>
        <a:tabLst/>
        <a:defRPr kumimoji="1" sz="2800" kern="1200" baseline="0">
          <a:solidFill>
            <a:srgbClr val="464646"/>
          </a:solidFill>
          <a:latin typeface="メイリオ" panose="020B0604030504040204" pitchFamily="50" charset="-128"/>
          <a:ea typeface="メイリオ" panose="020B0604030504040204" pitchFamily="50" charset="-128"/>
          <a:cs typeface="+mn-cs"/>
        </a:defRPr>
      </a:lvl1pPr>
      <a:lvl2pPr marL="731520" indent="-365760" algn="l" defTabSz="914400" rtl="0" eaLnBrk="1" latinLnBrk="0" hangingPunct="1">
        <a:lnSpc>
          <a:spcPct val="110000"/>
        </a:lnSpc>
        <a:spcBef>
          <a:spcPts val="1000"/>
        </a:spcBef>
        <a:spcAft>
          <a:spcPts val="0"/>
        </a:spcAft>
        <a:buFont typeface="Calibri" panose="020F0502020204030204" pitchFamily="34" charset="0"/>
        <a:buChar char="◦"/>
        <a:defRPr kumimoji="1" sz="2400" kern="1200">
          <a:solidFill>
            <a:srgbClr val="464646"/>
          </a:solidFill>
          <a:latin typeface="+mn-lt"/>
          <a:ea typeface="Roboto" pitchFamily="2" charset="0"/>
          <a:cs typeface="+mn-cs"/>
        </a:defRPr>
      </a:lvl2pPr>
      <a:lvl3pPr marL="1097280" indent="-365760" algn="l" defTabSz="914400" rtl="0" eaLnBrk="1" latinLnBrk="0" hangingPunct="1">
        <a:lnSpc>
          <a:spcPct val="110000"/>
        </a:lnSpc>
        <a:spcBef>
          <a:spcPts val="1000"/>
        </a:spcBef>
        <a:spcAft>
          <a:spcPts val="0"/>
        </a:spcAft>
        <a:buFont typeface="Courier New" panose="02070309020205020404" pitchFamily="49" charset="0"/>
        <a:buChar char="o"/>
        <a:defRPr kumimoji="1" sz="2000" kern="1200" baseline="0">
          <a:solidFill>
            <a:srgbClr val="464646"/>
          </a:solidFill>
          <a:latin typeface="メイリオ" panose="020B0604030504040204" pitchFamily="50" charset="-128"/>
          <a:ea typeface="メイリオ" panose="020B0604030504040204" pitchFamily="50" charset="-128"/>
          <a:cs typeface="+mn-cs"/>
        </a:defRPr>
      </a:lvl3pPr>
      <a:lvl4pPr marL="1463040" indent="-365760" algn="l" defTabSz="914400" rtl="0" eaLnBrk="1" latinLnBrk="0" hangingPunct="1">
        <a:lnSpc>
          <a:spcPct val="110000"/>
        </a:lnSpc>
        <a:spcBef>
          <a:spcPts val="1000"/>
        </a:spcBef>
        <a:spcAft>
          <a:spcPts val="0"/>
        </a:spcAft>
        <a:buFont typeface="Roboto" panose="02000000000000000000" pitchFamily="2" charset="0"/>
        <a:buChar char="−"/>
        <a:defRPr kumimoji="1" sz="1800" kern="1200">
          <a:solidFill>
            <a:srgbClr val="464646"/>
          </a:solidFill>
          <a:latin typeface="メイリオ" panose="020B0604030504040204" pitchFamily="50" charset="-128"/>
          <a:ea typeface="メイリオ" panose="020B0604030504040204" pitchFamily="50" charset="-128"/>
          <a:cs typeface="+mn-cs"/>
        </a:defRPr>
      </a:lvl4pPr>
      <a:lvl5pPr marL="1463040" marR="0" indent="0" algn="l" defTabSz="914400" rtl="0" eaLnBrk="1" fontAlgn="auto" latinLnBrk="0" hangingPunct="1">
        <a:lnSpc>
          <a:spcPct val="110000"/>
        </a:lnSpc>
        <a:spcBef>
          <a:spcPts val="1000"/>
        </a:spcBef>
        <a:spcAft>
          <a:spcPts val="0"/>
        </a:spcAft>
        <a:buClrTx/>
        <a:buSzTx/>
        <a:buFont typeface="Roboto" panose="02000000000000000000" pitchFamily="2" charset="0"/>
        <a:buNone/>
        <a:tabLst/>
        <a:defRPr kumimoji="1" sz="1800" kern="1200">
          <a:solidFill>
            <a:srgbClr val="464646"/>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4" orient="horz" pos="4272">
          <p15:clr>
            <a:srgbClr val="F26B43"/>
          </p15:clr>
        </p15:guide>
        <p15:guide id="6" orient="horz" pos="3792">
          <p15:clr>
            <a:srgbClr val="F26B43"/>
          </p15:clr>
        </p15:guide>
        <p15:guide id="7" pos="528">
          <p15:clr>
            <a:srgbClr val="F26B43"/>
          </p15:clr>
        </p15:guide>
        <p15:guide id="9" orient="horz" pos="144">
          <p15:clr>
            <a:srgbClr val="F26B43"/>
          </p15:clr>
        </p15:guide>
        <p15:guide id="67" orient="horz" pos="264">
          <p15:clr>
            <a:srgbClr val="F26B43"/>
          </p15:clr>
        </p15:guide>
        <p15:guide id="68" orient="horz" pos="48">
          <p15:clr>
            <a:srgbClr val="F26B43"/>
          </p15:clr>
        </p15:guide>
        <p15:guide id="69" orient="horz" pos="648">
          <p15:clr>
            <a:srgbClr val="F26B43"/>
          </p15:clr>
        </p15:guide>
        <p15:guide id="70" orient="horz" pos="720">
          <p15:clr>
            <a:srgbClr val="F26B43"/>
          </p15:clr>
        </p15:guide>
        <p15:guide id="71" orient="horz" pos="4032">
          <p15:clr>
            <a:srgbClr val="F26B43"/>
          </p15:clr>
        </p15:guide>
        <p15:guide id="72" pos="7152">
          <p15:clr>
            <a:srgbClr val="F26B43"/>
          </p15:clr>
        </p15:guide>
        <p15:guide id="73" orient="horz" pos="1008">
          <p15:clr>
            <a:srgbClr val="F26B43"/>
          </p15:clr>
        </p15:guide>
        <p15:guide id="74" orient="horz" pos="13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6ED77-EC0D-4D91-BAFE-F649CEFC215E}" type="datetimeFigureOut">
              <a:rPr kumimoji="1" lang="ja-JP" altLang="en-US" smtClean="0"/>
              <a:t>2026/3/12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576BC9-5542-4D8E-9CED-53F6248763A9}" type="slidenum">
              <a:rPr kumimoji="1" lang="ja-JP" altLang="en-US" smtClean="0"/>
              <a:t>‹#›</a:t>
            </a:fld>
            <a:endParaRPr kumimoji="1" lang="ja-JP" altLang="en-US"/>
          </a:p>
        </p:txBody>
      </p:sp>
    </p:spTree>
    <p:extLst>
      <p:ext uri="{BB962C8B-B14F-4D97-AF65-F5344CB8AC3E}">
        <p14:creationId xmlns:p14="http://schemas.microsoft.com/office/powerpoint/2010/main" val="3921772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www.nvidia.com/ja-jp/glossary/generative-physical-ai/" TargetMode="External"/><Relationship Id="rId2" Type="http://schemas.openxmlformats.org/officeDocument/2006/relationships/hyperlink" Target="https://qiita.com/fe2030/items/90b2f1edb6031110db61" TargetMode="External"/><Relationship Id="rId1" Type="http://schemas.openxmlformats.org/officeDocument/2006/relationships/slideLayout" Target="../slideLayouts/slideLayout8.xml"/><Relationship Id="rId6" Type="http://schemas.openxmlformats.org/officeDocument/2006/relationships/hyperlink" Target="https://blogs.nvidia.com/blog/2026-ces-special-presentation/" TargetMode="External"/><Relationship Id="rId5" Type="http://schemas.openxmlformats.org/officeDocument/2006/relationships/hyperlink" Target="https://optage.co.jp/business/contents/article/physical-ai.html" TargetMode="External"/><Relationship Id="rId4" Type="http://schemas.openxmlformats.org/officeDocument/2006/relationships/hyperlink" Target="https://www.ai-souken.com/article/what-is-physical-ai#%E7%89%A9%E7%90%86%E4%B8%96%E7%95%8C%E3%81%AB%E4%BD%9C%E7%94%A8%E3%81%99%E3%82%8B%E3%83%AA%E3%82%B9%E3%82%AF%E3%81%A8%E5%AE%89%E5%85%A8%E8%A8%AD%E8%A8%88"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図プレースホルダー 1"/>
          <p:cNvSpPr>
            <a:spLocks noGrp="1"/>
          </p:cNvSpPr>
          <p:nvPr>
            <p:ph type="pic" sz="quarter" idx="20"/>
          </p:nvPr>
        </p:nvSpPr>
        <p:spPr/>
        <p:txBody>
          <a:bodyPr/>
          <a:lstStyle/>
          <a:p>
            <a:endParaRPr lang="ja-JP" altLang="en-US" dirty="0"/>
          </a:p>
        </p:txBody>
      </p:sp>
      <p:sp>
        <p:nvSpPr>
          <p:cNvPr id="3" name="テキスト プレースホルダー 2"/>
          <p:cNvSpPr>
            <a:spLocks noGrp="1"/>
          </p:cNvSpPr>
          <p:nvPr>
            <p:ph type="body" idx="14"/>
          </p:nvPr>
        </p:nvSpPr>
        <p:spPr>
          <a:xfrm>
            <a:off x="838200" y="2912373"/>
            <a:ext cx="10515600" cy="1431026"/>
          </a:xfrm>
        </p:spPr>
        <p:txBody>
          <a:bodyPr/>
          <a:lstStyle/>
          <a:p>
            <a:r>
              <a:rPr kumimoji="1" lang="ja-JP" altLang="en-US" sz="4800" dirty="0"/>
              <a:t>物理</a:t>
            </a:r>
            <a:r>
              <a:rPr lang="en-US" altLang="zh-CN" sz="4800" dirty="0"/>
              <a:t>AI</a:t>
            </a:r>
          </a:p>
          <a:p>
            <a:r>
              <a:rPr lang="ja-JP" altLang="en-US" sz="3600" dirty="0"/>
              <a:t>生成</a:t>
            </a:r>
            <a:r>
              <a:rPr lang="en-US" altLang="ja-JP" sz="3600" dirty="0"/>
              <a:t>AI</a:t>
            </a:r>
            <a:r>
              <a:rPr lang="ja-JP" altLang="en-US" sz="3600" dirty="0"/>
              <a:t>の次に来る“動く知能”について</a:t>
            </a:r>
            <a:endParaRPr lang="zh-CN" altLang="en-US" sz="3600" dirty="0"/>
          </a:p>
          <a:p>
            <a:r>
              <a:rPr lang="en-US" altLang="ja-JP" sz="3200" dirty="0"/>
              <a:t>2026/03/13</a:t>
            </a:r>
            <a:r>
              <a:rPr lang="ja-JP" altLang="en-US" sz="3200" dirty="0"/>
              <a:t>　</a:t>
            </a:r>
            <a:r>
              <a:rPr lang="en-US" altLang="ja-JP" sz="3200" dirty="0"/>
              <a:t>Bing</a:t>
            </a:r>
            <a:endParaRPr kumimoji="1" lang="ja-JP" altLang="en-US" sz="3200" dirty="0"/>
          </a:p>
        </p:txBody>
      </p:sp>
    </p:spTree>
    <p:extLst>
      <p:ext uri="{BB962C8B-B14F-4D97-AF65-F5344CB8AC3E}">
        <p14:creationId xmlns:p14="http://schemas.microsoft.com/office/powerpoint/2010/main" val="3399486629"/>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1DDB7-0C38-1671-EEE1-6694DACEB6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B59693-F5AA-3623-A341-0E22A07E1FFD}"/>
              </a:ext>
            </a:extLst>
          </p:cNvPr>
          <p:cNvSpPr>
            <a:spLocks noGrp="1"/>
          </p:cNvSpPr>
          <p:nvPr>
            <p:ph type="title"/>
          </p:nvPr>
        </p:nvSpPr>
        <p:spPr/>
        <p:txBody>
          <a:bodyPr>
            <a:normAutofit/>
          </a:bodyPr>
          <a:lstStyle/>
          <a:p>
            <a:r>
              <a:rPr lang="ja-JP" altLang="en-US" sz="3600" dirty="0"/>
              <a:t>背景</a:t>
            </a:r>
            <a:endParaRPr kumimoji="1" lang="ja-JP" altLang="en-US" sz="3600" dirty="0"/>
          </a:p>
        </p:txBody>
      </p:sp>
      <p:sp>
        <p:nvSpPr>
          <p:cNvPr id="3" name="コンテンツ プレースホルダー 2">
            <a:extLst>
              <a:ext uri="{FF2B5EF4-FFF2-40B4-BE49-F238E27FC236}">
                <a16:creationId xmlns:a16="http://schemas.microsoft.com/office/drawing/2014/main" id="{2FC062AF-5019-AA50-D70B-FADBF5A12461}"/>
              </a:ext>
            </a:extLst>
          </p:cNvPr>
          <p:cNvSpPr>
            <a:spLocks noGrp="1"/>
          </p:cNvSpPr>
          <p:nvPr>
            <p:ph idx="1"/>
          </p:nvPr>
        </p:nvSpPr>
        <p:spPr>
          <a:xfrm>
            <a:off x="838200" y="1088136"/>
            <a:ext cx="11290540" cy="5230367"/>
          </a:xfrm>
        </p:spPr>
        <p:txBody>
          <a:bodyPr>
            <a:normAutofit/>
          </a:bodyPr>
          <a:lstStyle/>
          <a:p>
            <a:pPr lvl="4">
              <a:spcBef>
                <a:spcPts val="1200"/>
              </a:spcBef>
            </a:pPr>
            <a:endParaRPr lang="en-US" altLang="ja-JP" sz="1000" dirty="0">
              <a:solidFill>
                <a:schemeClr val="tx1"/>
              </a:solidFill>
            </a:endParaRPr>
          </a:p>
          <a:p>
            <a:pPr>
              <a:spcBef>
                <a:spcPts val="1200"/>
              </a:spcBef>
            </a:pPr>
            <a:r>
              <a:rPr lang="en-US" altLang="ja-JP" sz="2000" dirty="0">
                <a:solidFill>
                  <a:schemeClr val="tx1"/>
                </a:solidFill>
              </a:rPr>
              <a:t>NVIDIA</a:t>
            </a:r>
            <a:r>
              <a:rPr lang="ja-JP" altLang="en-US" sz="2000" dirty="0">
                <a:solidFill>
                  <a:schemeClr val="tx1"/>
                </a:solidFill>
              </a:rPr>
              <a:t>の</a:t>
            </a:r>
            <a:r>
              <a:rPr lang="en-US" altLang="ja-JP" sz="2000" dirty="0">
                <a:solidFill>
                  <a:schemeClr val="tx1"/>
                </a:solidFill>
              </a:rPr>
              <a:t>Jensen Huang(CEO)</a:t>
            </a:r>
            <a:r>
              <a:rPr lang="ja-JP" altLang="en-US" sz="2000" dirty="0">
                <a:solidFill>
                  <a:schemeClr val="tx1"/>
                </a:solidFill>
              </a:rPr>
              <a:t>は</a:t>
            </a:r>
            <a:r>
              <a:rPr lang="en-US" altLang="ja-JP" sz="2000" dirty="0">
                <a:solidFill>
                  <a:schemeClr val="tx1"/>
                </a:solidFill>
              </a:rPr>
              <a:t>CES</a:t>
            </a:r>
            <a:r>
              <a:rPr lang="ja-JP" altLang="en-US" sz="2000" dirty="0">
                <a:solidFill>
                  <a:schemeClr val="tx1"/>
                </a:solidFill>
              </a:rPr>
              <a:t>で</a:t>
            </a:r>
            <a:r>
              <a:rPr lang="en-US" altLang="ja-JP" sz="2000" dirty="0">
                <a:solidFill>
                  <a:schemeClr val="tx1"/>
                </a:solidFill>
              </a:rPr>
              <a:t>”ChatGPT moment for physical AI”</a:t>
            </a:r>
            <a:r>
              <a:rPr lang="ja-JP" altLang="en-US" sz="2000" dirty="0">
                <a:solidFill>
                  <a:schemeClr val="tx1"/>
                </a:solidFill>
              </a:rPr>
              <a:t>が来ると宣言</a:t>
            </a:r>
          </a:p>
          <a:p>
            <a:pPr lvl="1">
              <a:spcBef>
                <a:spcPts val="1200"/>
              </a:spcBef>
            </a:pPr>
            <a:r>
              <a:rPr lang="en-US" altLang="ja-JP" sz="1600" dirty="0">
                <a:solidFill>
                  <a:schemeClr val="tx1"/>
                </a:solidFill>
              </a:rPr>
              <a:t>Physical AI </a:t>
            </a:r>
            <a:r>
              <a:rPr lang="ja-JP" altLang="en-US" sz="1600" dirty="0">
                <a:solidFill>
                  <a:schemeClr val="tx1"/>
                </a:solidFill>
              </a:rPr>
              <a:t>を</a:t>
            </a:r>
            <a:r>
              <a:rPr lang="en-US" altLang="ja-JP" sz="1600" dirty="0">
                <a:solidFill>
                  <a:schemeClr val="tx1"/>
                </a:solidFill>
              </a:rPr>
              <a:t>NVIDIA </a:t>
            </a:r>
            <a:r>
              <a:rPr lang="ja-JP" altLang="en-US" sz="1600" dirty="0">
                <a:solidFill>
                  <a:schemeClr val="tx1"/>
                </a:solidFill>
              </a:rPr>
              <a:t>が今後の </a:t>
            </a:r>
            <a:r>
              <a:rPr lang="ja-JP" altLang="en-US" sz="1600" b="1" dirty="0">
                <a:solidFill>
                  <a:schemeClr val="tx1"/>
                </a:solidFill>
              </a:rPr>
              <a:t>中長期の重点戦略領域 </a:t>
            </a:r>
            <a:r>
              <a:rPr lang="ja-JP" altLang="en-US" sz="1600" dirty="0">
                <a:solidFill>
                  <a:schemeClr val="tx1"/>
                </a:solidFill>
              </a:rPr>
              <a:t>と位置づけていることを示唆している</a:t>
            </a:r>
            <a:endParaRPr lang="en-US" altLang="ja-JP" sz="1600" dirty="0">
              <a:solidFill>
                <a:schemeClr val="tx1"/>
              </a:solidFill>
            </a:endParaRPr>
          </a:p>
          <a:p>
            <a:pPr lvl="1">
              <a:spcBef>
                <a:spcPts val="1200"/>
              </a:spcBef>
            </a:pPr>
            <a:r>
              <a:rPr lang="en-US" altLang="ja-JP" sz="1600" dirty="0">
                <a:solidFill>
                  <a:schemeClr val="tx1"/>
                </a:solidFill>
              </a:rPr>
              <a:t>NVIDIA</a:t>
            </a:r>
            <a:r>
              <a:rPr lang="ja-JP" altLang="en-US" sz="1600" dirty="0">
                <a:solidFill>
                  <a:schemeClr val="tx1"/>
                </a:solidFill>
              </a:rPr>
              <a:t>はこれまで市場のトレンドを見極めることが強かったため、参考する価値がある</a:t>
            </a:r>
          </a:p>
          <a:p>
            <a:pPr marL="365760" lvl="1" indent="0">
              <a:spcBef>
                <a:spcPts val="1200"/>
              </a:spcBef>
              <a:buNone/>
            </a:pPr>
            <a:endParaRPr lang="en-US" altLang="ja-JP" sz="2000" dirty="0">
              <a:solidFill>
                <a:schemeClr val="tx1"/>
              </a:solidFill>
            </a:endParaRPr>
          </a:p>
          <a:p>
            <a:pPr>
              <a:spcBef>
                <a:spcPts val="1200"/>
              </a:spcBef>
            </a:pPr>
            <a:endParaRPr lang="en-US" altLang="ja-JP" sz="2000" dirty="0">
              <a:solidFill>
                <a:schemeClr val="tx1"/>
              </a:solidFill>
            </a:endParaRPr>
          </a:p>
        </p:txBody>
      </p:sp>
      <p:sp>
        <p:nvSpPr>
          <p:cNvPr id="4" name="スライド番号プレースホルダー 3">
            <a:extLst>
              <a:ext uri="{FF2B5EF4-FFF2-40B4-BE49-F238E27FC236}">
                <a16:creationId xmlns:a16="http://schemas.microsoft.com/office/drawing/2014/main" id="{8A9E248E-8C56-9B26-8CEA-44683CCCBD3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a:extLst>
              <a:ext uri="{FF2B5EF4-FFF2-40B4-BE49-F238E27FC236}">
                <a16:creationId xmlns:a16="http://schemas.microsoft.com/office/drawing/2014/main" id="{EFB6E2BE-31D3-C64F-FBDB-358709783AD1}"/>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6" name="Picture 5">
            <a:extLst>
              <a:ext uri="{FF2B5EF4-FFF2-40B4-BE49-F238E27FC236}">
                <a16:creationId xmlns:a16="http://schemas.microsoft.com/office/drawing/2014/main" id="{F2CAD1C9-9349-83BA-625F-59E94C0062C0}"/>
              </a:ext>
            </a:extLst>
          </p:cNvPr>
          <p:cNvPicPr>
            <a:picLocks noChangeAspect="1"/>
          </p:cNvPicPr>
          <p:nvPr/>
        </p:nvPicPr>
        <p:blipFill>
          <a:blip r:embed="rId3"/>
          <a:stretch>
            <a:fillRect/>
          </a:stretch>
        </p:blipFill>
        <p:spPr>
          <a:xfrm>
            <a:off x="1827320" y="2755375"/>
            <a:ext cx="7356741" cy="3877201"/>
          </a:xfrm>
          <a:prstGeom prst="rect">
            <a:avLst/>
          </a:prstGeom>
        </p:spPr>
      </p:pic>
    </p:spTree>
    <p:extLst>
      <p:ext uri="{BB962C8B-B14F-4D97-AF65-F5344CB8AC3E}">
        <p14:creationId xmlns:p14="http://schemas.microsoft.com/office/powerpoint/2010/main" val="592068313"/>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sz="3600" dirty="0"/>
              <a:t>概要</a:t>
            </a:r>
            <a:endParaRPr kumimoji="1" lang="ja-JP" altLang="en-US" sz="3600" dirty="0"/>
          </a:p>
        </p:txBody>
      </p:sp>
      <p:sp>
        <p:nvSpPr>
          <p:cNvPr id="3" name="コンテンツ プレースホルダー 2"/>
          <p:cNvSpPr>
            <a:spLocks noGrp="1"/>
          </p:cNvSpPr>
          <p:nvPr>
            <p:ph idx="1"/>
          </p:nvPr>
        </p:nvSpPr>
        <p:spPr>
          <a:xfrm>
            <a:off x="838200" y="1088136"/>
            <a:ext cx="11290540" cy="5230367"/>
          </a:xfrm>
        </p:spPr>
        <p:txBody>
          <a:bodyPr>
            <a:normAutofit/>
          </a:bodyPr>
          <a:lstStyle/>
          <a:p>
            <a:pPr lvl="4">
              <a:spcBef>
                <a:spcPts val="1200"/>
              </a:spcBef>
            </a:pPr>
            <a:endParaRPr lang="en-US" altLang="ja-JP" sz="1000" dirty="0">
              <a:solidFill>
                <a:schemeClr val="tx1"/>
              </a:solidFill>
            </a:endParaRPr>
          </a:p>
          <a:p>
            <a:pPr>
              <a:spcBef>
                <a:spcPts val="1200"/>
              </a:spcBef>
            </a:pPr>
            <a:r>
              <a:rPr lang="ja-JP" altLang="en-US" sz="2000" dirty="0">
                <a:solidFill>
                  <a:schemeClr val="tx1"/>
                </a:solidFill>
              </a:rPr>
              <a:t>物理</a:t>
            </a:r>
            <a:r>
              <a:rPr lang="en-US" altLang="ja-JP" sz="2000" dirty="0">
                <a:solidFill>
                  <a:schemeClr val="tx1"/>
                </a:solidFill>
              </a:rPr>
              <a:t>AI</a:t>
            </a:r>
            <a:r>
              <a:rPr lang="ja-JP" altLang="en-US" sz="2000" dirty="0">
                <a:solidFill>
                  <a:schemeClr val="tx1"/>
                </a:solidFill>
              </a:rPr>
              <a:t>の定義・実現事例</a:t>
            </a:r>
          </a:p>
          <a:p>
            <a:pPr>
              <a:spcBef>
                <a:spcPts val="1200"/>
              </a:spcBef>
            </a:pPr>
            <a:endParaRPr lang="ja-JP" altLang="en-US" sz="2000" dirty="0">
              <a:solidFill>
                <a:schemeClr val="tx1"/>
              </a:solidFill>
            </a:endParaRPr>
          </a:p>
          <a:p>
            <a:pPr>
              <a:spcBef>
                <a:spcPts val="1200"/>
              </a:spcBef>
            </a:pPr>
            <a:r>
              <a:rPr lang="ja-JP" altLang="en-US" sz="2000" dirty="0">
                <a:solidFill>
                  <a:schemeClr val="tx1"/>
                </a:solidFill>
              </a:rPr>
              <a:t>注目される背景・理由</a:t>
            </a:r>
          </a:p>
          <a:p>
            <a:pPr>
              <a:spcBef>
                <a:spcPts val="1200"/>
              </a:spcBef>
            </a:pPr>
            <a:endParaRPr lang="ja-JP" altLang="en-US" sz="2000" dirty="0">
              <a:solidFill>
                <a:schemeClr val="tx1"/>
              </a:solidFill>
            </a:endParaRPr>
          </a:p>
          <a:p>
            <a:pPr>
              <a:spcBef>
                <a:spcPts val="1200"/>
              </a:spcBef>
            </a:pPr>
            <a:r>
              <a:rPr lang="ja-JP" altLang="en-US" sz="2000" dirty="0">
                <a:solidFill>
                  <a:schemeClr val="tx1"/>
                </a:solidFill>
              </a:rPr>
              <a:t>基本的な仕組み</a:t>
            </a:r>
          </a:p>
          <a:p>
            <a:pPr>
              <a:spcBef>
                <a:spcPts val="1200"/>
              </a:spcBef>
            </a:pPr>
            <a:endParaRPr lang="en-US" altLang="ja-JP" sz="2000" dirty="0">
              <a:solidFill>
                <a:schemeClr val="tx1"/>
              </a:solidFill>
            </a:endParaRPr>
          </a:p>
          <a:p>
            <a:pPr>
              <a:spcBef>
                <a:spcPts val="1200"/>
              </a:spcBef>
            </a:pPr>
            <a:r>
              <a:rPr lang="ja-JP" altLang="en-US" sz="2000" dirty="0">
                <a:solidFill>
                  <a:schemeClr val="tx1"/>
                </a:solidFill>
              </a:rPr>
              <a:t>リガクと関係しそうな事例</a:t>
            </a:r>
            <a:endParaRPr lang="en-US" altLang="ja-JP" sz="2000" dirty="0">
              <a:solidFill>
                <a:schemeClr val="tx1"/>
              </a:solidFill>
            </a:endParaRPr>
          </a:p>
        </p:txBody>
      </p:sp>
      <p:sp>
        <p:nvSpPr>
          <p:cNvPr id="4" name="スライド番号プレースホルダー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1234849919"/>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3BEDF-CD76-5213-E527-3AD211D76B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E33E2D-0C01-EDFE-5AD0-9F3DC5C5A61E}"/>
              </a:ext>
            </a:extLst>
          </p:cNvPr>
          <p:cNvSpPr>
            <a:spLocks noGrp="1"/>
          </p:cNvSpPr>
          <p:nvPr>
            <p:ph type="title"/>
          </p:nvPr>
        </p:nvSpPr>
        <p:spPr/>
        <p:txBody>
          <a:bodyPr>
            <a:normAutofit/>
          </a:bodyPr>
          <a:lstStyle/>
          <a:p>
            <a:r>
              <a:rPr lang="ja-JP" altLang="en-US" sz="3600" dirty="0"/>
              <a:t>物理</a:t>
            </a:r>
            <a:r>
              <a:rPr lang="en-US" altLang="ja-JP" sz="3600" dirty="0"/>
              <a:t>AI</a:t>
            </a:r>
            <a:r>
              <a:rPr lang="ja-JP" altLang="en-US" sz="3600" dirty="0"/>
              <a:t>の定義</a:t>
            </a:r>
            <a:endParaRPr kumimoji="1" lang="ja-JP" altLang="en-US" sz="3600" dirty="0"/>
          </a:p>
        </p:txBody>
      </p:sp>
      <p:sp>
        <p:nvSpPr>
          <p:cNvPr id="4" name="スライド番号プレースホルダー 3">
            <a:extLst>
              <a:ext uri="{FF2B5EF4-FFF2-40B4-BE49-F238E27FC236}">
                <a16:creationId xmlns:a16="http://schemas.microsoft.com/office/drawing/2014/main" id="{EA906B1A-89DB-8B20-33DF-317FA4C9F14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FFFFFF"/>
              </a:solidFill>
              <a:effectLst/>
              <a:uLnTx/>
              <a:uFillTx/>
              <a:latin typeface="Segoe UI Semilight"/>
              <a:ea typeface="メイリオ"/>
              <a:cs typeface="+mn-cs"/>
            </a:endParaRPr>
          </a:p>
        </p:txBody>
      </p:sp>
      <p:sp>
        <p:nvSpPr>
          <p:cNvPr id="5" name="フッター プレースホルダー 4">
            <a:extLst>
              <a:ext uri="{FF2B5EF4-FFF2-40B4-BE49-F238E27FC236}">
                <a16:creationId xmlns:a16="http://schemas.microsoft.com/office/drawing/2014/main" id="{C2728F39-92A8-7FE2-C691-81EA10DD7ED9}"/>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コンテンツ プレースホルダー 2">
            <a:extLst>
              <a:ext uri="{FF2B5EF4-FFF2-40B4-BE49-F238E27FC236}">
                <a16:creationId xmlns:a16="http://schemas.microsoft.com/office/drawing/2014/main" id="{56B2104D-43A5-B474-3AFB-FEE52BC0A940}"/>
              </a:ext>
            </a:extLst>
          </p:cNvPr>
          <p:cNvSpPr txBox="1">
            <a:spLocks/>
          </p:cNvSpPr>
          <p:nvPr/>
        </p:nvSpPr>
        <p:spPr>
          <a:xfrm>
            <a:off x="700177" y="1195833"/>
            <a:ext cx="11290540" cy="5230367"/>
          </a:xfrm>
          <a:prstGeom prst="rect">
            <a:avLst/>
          </a:prstGeom>
        </p:spPr>
        <p:txBody>
          <a:bodyPr vert="horz" lIns="91440" tIns="45720" rIns="91440" bIns="45720" rtlCol="0">
            <a:normAutofit/>
          </a:bodyPr>
          <a:lstStyle>
            <a:lvl1pPr marL="365760" indent="-365760" algn="l" defTabSz="914400" rtl="0" eaLnBrk="1" latinLnBrk="0" hangingPunct="1">
              <a:lnSpc>
                <a:spcPct val="110000"/>
              </a:lnSpc>
              <a:spcBef>
                <a:spcPts val="1000"/>
              </a:spcBef>
              <a:spcAft>
                <a:spcPts val="0"/>
              </a:spcAft>
              <a:buFont typeface="Arial" panose="020B0604020202020204" pitchFamily="34" charset="0"/>
              <a:buChar char="•"/>
              <a:tabLst/>
              <a:defRPr kumimoji="1" sz="2800" kern="1200" baseline="0">
                <a:solidFill>
                  <a:srgbClr val="464646"/>
                </a:solidFill>
                <a:latin typeface="メイリオ" panose="020B0604030504040204" pitchFamily="50" charset="-128"/>
                <a:ea typeface="メイリオ" panose="020B0604030504040204" pitchFamily="50" charset="-128"/>
                <a:cs typeface="+mn-cs"/>
              </a:defRPr>
            </a:lvl1pPr>
            <a:lvl2pPr marL="731520" indent="-365760" algn="l" defTabSz="914400" rtl="0" eaLnBrk="1" latinLnBrk="0" hangingPunct="1">
              <a:lnSpc>
                <a:spcPct val="110000"/>
              </a:lnSpc>
              <a:spcBef>
                <a:spcPts val="1000"/>
              </a:spcBef>
              <a:spcAft>
                <a:spcPts val="0"/>
              </a:spcAft>
              <a:buFont typeface="Calibri" panose="020F0502020204030204" pitchFamily="34" charset="0"/>
              <a:buChar char="◦"/>
              <a:defRPr kumimoji="1" sz="2400" kern="1200">
                <a:solidFill>
                  <a:srgbClr val="464646"/>
                </a:solidFill>
                <a:latin typeface="+mn-lt"/>
                <a:ea typeface="Roboto" pitchFamily="2" charset="0"/>
                <a:cs typeface="+mn-cs"/>
              </a:defRPr>
            </a:lvl2pPr>
            <a:lvl3pPr marL="1097280" indent="-365760" algn="l" defTabSz="914400" rtl="0" eaLnBrk="1" latinLnBrk="0" hangingPunct="1">
              <a:lnSpc>
                <a:spcPct val="110000"/>
              </a:lnSpc>
              <a:spcBef>
                <a:spcPts val="1000"/>
              </a:spcBef>
              <a:spcAft>
                <a:spcPts val="0"/>
              </a:spcAft>
              <a:buSzPct val="75000"/>
              <a:buFont typeface="Courier New" panose="02070309020205020404" pitchFamily="49" charset="0"/>
              <a:buChar char="o"/>
              <a:defRPr kumimoji="1" sz="2000" kern="1200" baseline="0">
                <a:solidFill>
                  <a:srgbClr val="464646"/>
                </a:solidFill>
                <a:latin typeface="メイリオ" panose="020B0604030504040204" pitchFamily="50" charset="-128"/>
                <a:ea typeface="メイリオ" panose="020B0604030504040204" pitchFamily="50" charset="-128"/>
                <a:cs typeface="+mn-cs"/>
              </a:defRPr>
            </a:lvl3pPr>
            <a:lvl4pPr marL="1463040" indent="-365760" algn="l" defTabSz="914400" rtl="0" eaLnBrk="1" latinLnBrk="0" hangingPunct="1">
              <a:lnSpc>
                <a:spcPct val="110000"/>
              </a:lnSpc>
              <a:spcBef>
                <a:spcPts val="1000"/>
              </a:spcBef>
              <a:spcAft>
                <a:spcPts val="0"/>
              </a:spcAft>
              <a:buFont typeface="Roboto" panose="02000000000000000000" pitchFamily="2" charset="0"/>
              <a:buChar char="−"/>
              <a:defRPr kumimoji="1" sz="1800" kern="1200">
                <a:solidFill>
                  <a:srgbClr val="464646"/>
                </a:solidFill>
                <a:latin typeface="メイリオ" panose="020B0604030504040204" pitchFamily="50" charset="-128"/>
                <a:ea typeface="メイリオ" panose="020B0604030504040204" pitchFamily="50" charset="-128"/>
                <a:cs typeface="+mn-cs"/>
              </a:defRPr>
            </a:lvl4pPr>
            <a:lvl5pPr marL="1828800" marR="0" indent="-365760" algn="l" defTabSz="914400" rtl="0" eaLnBrk="1" fontAlgn="auto" latinLnBrk="0" hangingPunct="1">
              <a:lnSpc>
                <a:spcPct val="110000"/>
              </a:lnSpc>
              <a:spcBef>
                <a:spcPts val="1000"/>
              </a:spcBef>
              <a:spcAft>
                <a:spcPts val="0"/>
              </a:spcAft>
              <a:buClrTx/>
              <a:buSzTx/>
              <a:buFont typeface="Roboto" panose="02000000000000000000" pitchFamily="2" charset="0"/>
              <a:buChar char="−"/>
              <a:tabLst/>
              <a:defRPr kumimoji="1" sz="1800" kern="1200">
                <a:solidFill>
                  <a:srgbClr val="464646"/>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物理</a:t>
            </a:r>
            <a:r>
              <a:rPr lang="en-US" altLang="ja-JP" dirty="0"/>
              <a:t>AI</a:t>
            </a:r>
            <a:r>
              <a:rPr lang="ja-JP" altLang="en-US" dirty="0"/>
              <a:t>（</a:t>
            </a:r>
            <a:r>
              <a:rPr lang="en-US" altLang="ja-JP" dirty="0"/>
              <a:t>Physical AI</a:t>
            </a:r>
            <a:r>
              <a:rPr lang="ja-JP" altLang="en-US" dirty="0"/>
              <a:t>）とは</a:t>
            </a:r>
            <a:endParaRPr lang="en-US" altLang="ja-JP" dirty="0"/>
          </a:p>
          <a:p>
            <a:pPr lvl="1"/>
            <a:r>
              <a:rPr lang="ja-JP" altLang="en-US" b="1" dirty="0"/>
              <a:t>物理世界の状態</a:t>
            </a:r>
            <a:r>
              <a:rPr lang="ja-JP" altLang="en-US" dirty="0"/>
              <a:t>を</a:t>
            </a:r>
            <a:r>
              <a:rPr lang="ja-JP" altLang="en-US" b="1" dirty="0"/>
              <a:t>推定</a:t>
            </a:r>
            <a:r>
              <a:rPr lang="ja-JP" altLang="en-US" dirty="0"/>
              <a:t>し、未来を予測しながら、自律的に行動を決める</a:t>
            </a:r>
            <a:r>
              <a:rPr lang="en-US" altLang="ja-JP" dirty="0"/>
              <a:t>AI</a:t>
            </a:r>
          </a:p>
          <a:p>
            <a:pPr lvl="1"/>
            <a:endParaRPr lang="en-US" altLang="ja-JP" dirty="0"/>
          </a:p>
          <a:p>
            <a:r>
              <a:rPr lang="en-US" altLang="zh-CN" dirty="0"/>
              <a:t>LLM</a:t>
            </a:r>
            <a:r>
              <a:rPr lang="ja-JP" altLang="en-US" dirty="0"/>
              <a:t>（</a:t>
            </a:r>
            <a:r>
              <a:rPr lang="en-US" altLang="ja-JP" dirty="0"/>
              <a:t>Large</a:t>
            </a:r>
            <a:r>
              <a:rPr lang="zh-CN" altLang="en-US" dirty="0"/>
              <a:t> </a:t>
            </a:r>
            <a:r>
              <a:rPr lang="en-US" altLang="zh-CN" dirty="0"/>
              <a:t>Language Model</a:t>
            </a:r>
            <a:r>
              <a:rPr lang="ja-JP" altLang="en-US" dirty="0"/>
              <a:t>）との比較</a:t>
            </a:r>
            <a:endParaRPr lang="en-US" altLang="ja-JP" dirty="0"/>
          </a:p>
          <a:p>
            <a:pPr lvl="1"/>
            <a:r>
              <a:rPr lang="en-US" altLang="ja-JP" dirty="0"/>
              <a:t>LLM: </a:t>
            </a:r>
            <a:r>
              <a:rPr lang="ja-JP" altLang="en-US" dirty="0"/>
              <a:t>膨大なテキストデータから「</a:t>
            </a:r>
            <a:r>
              <a:rPr lang="ja-JP" altLang="en-US" b="1" dirty="0"/>
              <a:t>単語の並びの確率</a:t>
            </a:r>
            <a:r>
              <a:rPr lang="ja-JP" altLang="en-US" dirty="0"/>
              <a:t>」を学習する</a:t>
            </a:r>
            <a:endParaRPr lang="en-US" altLang="ja-JP" dirty="0"/>
          </a:p>
          <a:p>
            <a:pPr lvl="1"/>
            <a:r>
              <a:rPr lang="ja-JP" altLang="en-US" dirty="0"/>
              <a:t>物理</a:t>
            </a:r>
            <a:r>
              <a:rPr lang="en-US" altLang="ja-JP" dirty="0"/>
              <a:t>AI: </a:t>
            </a:r>
            <a:r>
              <a:rPr lang="ja-JP" altLang="en-US" dirty="0"/>
              <a:t>世界の</a:t>
            </a:r>
            <a:r>
              <a:rPr lang="ja-JP" altLang="en-US" b="1" dirty="0"/>
              <a:t>物理法則</a:t>
            </a:r>
            <a:r>
              <a:rPr lang="ja-JP" altLang="en-US" dirty="0"/>
              <a:t>・</a:t>
            </a:r>
            <a:r>
              <a:rPr lang="ja-JP" altLang="en-US" b="1" dirty="0"/>
              <a:t>因果関係</a:t>
            </a:r>
            <a:r>
              <a:rPr lang="ja-JP" altLang="en-US" dirty="0"/>
              <a:t>を学習する</a:t>
            </a:r>
            <a:endParaRPr lang="en-US" altLang="ja-JP" dirty="0"/>
          </a:p>
          <a:p>
            <a:pPr marL="365760" lvl="1" indent="0">
              <a:spcBef>
                <a:spcPts val="1200"/>
              </a:spcBef>
              <a:buNone/>
            </a:pPr>
            <a:endParaRPr lang="en-US" altLang="ja-JP" sz="1600" dirty="0">
              <a:solidFill>
                <a:schemeClr val="tx1"/>
              </a:solidFill>
            </a:endParaRPr>
          </a:p>
          <a:p>
            <a:pPr marL="365760" lvl="1" indent="0">
              <a:spcBef>
                <a:spcPts val="1200"/>
              </a:spcBef>
              <a:buNone/>
            </a:pPr>
            <a:endParaRPr lang="en-US" altLang="ja-JP" sz="1600" dirty="0">
              <a:solidFill>
                <a:schemeClr val="tx1"/>
              </a:solidFill>
            </a:endParaRPr>
          </a:p>
          <a:p>
            <a:pPr lvl="4">
              <a:spcBef>
                <a:spcPts val="1200"/>
              </a:spcBef>
            </a:pPr>
            <a:endParaRPr lang="en-US" altLang="ja-JP" sz="1000" dirty="0">
              <a:solidFill>
                <a:schemeClr val="tx1"/>
              </a:solidFill>
            </a:endParaRPr>
          </a:p>
          <a:p>
            <a:pPr>
              <a:spcBef>
                <a:spcPts val="1200"/>
              </a:spcBef>
            </a:pPr>
            <a:endParaRPr lang="en-US" altLang="ja-JP" sz="2000" dirty="0">
              <a:solidFill>
                <a:schemeClr val="tx1"/>
              </a:solidFill>
            </a:endParaRPr>
          </a:p>
          <a:p>
            <a:pPr>
              <a:spcBef>
                <a:spcPts val="1200"/>
              </a:spcBef>
            </a:pPr>
            <a:endParaRPr lang="en-US" altLang="ja-JP" sz="2000" dirty="0">
              <a:solidFill>
                <a:schemeClr val="tx1"/>
              </a:solidFill>
            </a:endParaRPr>
          </a:p>
        </p:txBody>
      </p:sp>
      <p:sp>
        <p:nvSpPr>
          <p:cNvPr id="3" name="Rectangle: Rounded Corners 2">
            <a:extLst>
              <a:ext uri="{FF2B5EF4-FFF2-40B4-BE49-F238E27FC236}">
                <a16:creationId xmlns:a16="http://schemas.microsoft.com/office/drawing/2014/main" id="{110892E4-EEBB-7B14-2446-98C332B007F1}"/>
              </a:ext>
            </a:extLst>
          </p:cNvPr>
          <p:cNvSpPr/>
          <p:nvPr/>
        </p:nvSpPr>
        <p:spPr>
          <a:xfrm>
            <a:off x="2118167" y="4947477"/>
            <a:ext cx="7477246" cy="1076446"/>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ja-JP" dirty="0">
                <a:solidFill>
                  <a:schemeClr val="tx1"/>
                </a:solidFill>
              </a:rPr>
              <a:t>AI</a:t>
            </a:r>
            <a:r>
              <a:rPr lang="ja-JP" altLang="en-US" dirty="0">
                <a:solidFill>
                  <a:schemeClr val="tx1"/>
                </a:solidFill>
              </a:rPr>
              <a:t>が言葉だけ⇒物理世界で「見て、考えて、動く」ことができる</a:t>
            </a:r>
            <a:endParaRPr lang="en-US" altLang="ja-JP" dirty="0">
              <a:solidFill>
                <a:schemeClr val="tx1"/>
              </a:solidFill>
            </a:endParaRPr>
          </a:p>
        </p:txBody>
      </p:sp>
    </p:spTree>
    <p:extLst>
      <p:ext uri="{BB962C8B-B14F-4D97-AF65-F5344CB8AC3E}">
        <p14:creationId xmlns:p14="http://schemas.microsoft.com/office/powerpoint/2010/main" val="242264771"/>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47C23-AA3A-7A91-0074-E87B11E8A29D}"/>
              </a:ext>
            </a:extLst>
          </p:cNvPr>
          <p:cNvSpPr>
            <a:spLocks noGrp="1"/>
          </p:cNvSpPr>
          <p:nvPr>
            <p:ph type="title"/>
          </p:nvPr>
        </p:nvSpPr>
        <p:spPr/>
        <p:txBody>
          <a:bodyPr>
            <a:normAutofit fontScale="90000"/>
          </a:bodyPr>
          <a:lstStyle/>
          <a:p>
            <a:r>
              <a:rPr kumimoji="1" lang="ja-JP" altLang="en-US" dirty="0"/>
              <a:t>実現事例</a:t>
            </a:r>
          </a:p>
        </p:txBody>
      </p:sp>
      <p:sp>
        <p:nvSpPr>
          <p:cNvPr id="3" name="Content Placeholder 2">
            <a:extLst>
              <a:ext uri="{FF2B5EF4-FFF2-40B4-BE49-F238E27FC236}">
                <a16:creationId xmlns:a16="http://schemas.microsoft.com/office/drawing/2014/main" id="{57121B93-9B83-B420-2777-6F122F8FA194}"/>
              </a:ext>
            </a:extLst>
          </p:cNvPr>
          <p:cNvSpPr>
            <a:spLocks noGrp="1"/>
          </p:cNvSpPr>
          <p:nvPr>
            <p:ph idx="1"/>
          </p:nvPr>
        </p:nvSpPr>
        <p:spPr/>
        <p:txBody>
          <a:bodyPr/>
          <a:lstStyle/>
          <a:p>
            <a:r>
              <a:rPr lang="ja-JP" altLang="en-US" dirty="0"/>
              <a:t>ロボット・自動運転車</a:t>
            </a:r>
          </a:p>
          <a:p>
            <a:pPr lvl="1"/>
            <a:r>
              <a:rPr lang="ja-JP" altLang="en-US" dirty="0"/>
              <a:t>センサーで周辺環境を認識、</a:t>
            </a:r>
            <a:r>
              <a:rPr lang="en-US" altLang="ja-JP" dirty="0"/>
              <a:t>AI</a:t>
            </a:r>
            <a:r>
              <a:rPr lang="ja-JP" altLang="en-US" dirty="0"/>
              <a:t>が理解し、適切な行動を行う</a:t>
            </a:r>
          </a:p>
          <a:p>
            <a:r>
              <a:rPr lang="ja-JP" altLang="en-US" dirty="0"/>
              <a:t>マニピュレーター</a:t>
            </a:r>
          </a:p>
          <a:p>
            <a:pPr lvl="1"/>
            <a:r>
              <a:rPr lang="ja-JP" altLang="en-US" dirty="0"/>
              <a:t>コンベア ベルト上の物体の形状に基づいて把持の強度と位置を調整し、物体の種類に応じて微細運動スキルと粗大運動スキルの両方を発揮することができる</a:t>
            </a:r>
          </a:p>
          <a:p>
            <a:endParaRPr kumimoji="1" lang="ja-JP" altLang="en-US" dirty="0"/>
          </a:p>
        </p:txBody>
      </p:sp>
      <p:sp>
        <p:nvSpPr>
          <p:cNvPr id="4" name="Slide Number Placeholder 3">
            <a:extLst>
              <a:ext uri="{FF2B5EF4-FFF2-40B4-BE49-F238E27FC236}">
                <a16:creationId xmlns:a16="http://schemas.microsoft.com/office/drawing/2014/main" id="{8F0C830D-7B75-E37C-C849-E504DA82E22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F657D9CC-92E1-4E52-6B6B-9DF1DA9FC2C8}"/>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6788B607-98A5-5F68-57FF-0B273AD56B8B}"/>
              </a:ext>
            </a:extLst>
          </p:cNvPr>
          <p:cNvSpPr>
            <a:spLocks noGrp="1"/>
          </p:cNvSpPr>
          <p:nvPr>
            <p:ph type="body" idx="13"/>
          </p:nvPr>
        </p:nvSpPr>
        <p:spPr/>
        <p:txBody>
          <a:bodyPr>
            <a:normAutofit fontScale="85000" lnSpcReduction="10000"/>
          </a:bodyPr>
          <a:lstStyle/>
          <a:p>
            <a:endParaRPr kumimoji="1" lang="ja-JP" altLang="en-US"/>
          </a:p>
        </p:txBody>
      </p:sp>
    </p:spTree>
    <p:extLst>
      <p:ext uri="{BB962C8B-B14F-4D97-AF65-F5344CB8AC3E}">
        <p14:creationId xmlns:p14="http://schemas.microsoft.com/office/powerpoint/2010/main" val="2216841519"/>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20542-48F8-D183-AB74-FBCC229305B8}"/>
              </a:ext>
            </a:extLst>
          </p:cNvPr>
          <p:cNvSpPr>
            <a:spLocks noGrp="1"/>
          </p:cNvSpPr>
          <p:nvPr>
            <p:ph type="title"/>
          </p:nvPr>
        </p:nvSpPr>
        <p:spPr/>
        <p:txBody>
          <a:bodyPr>
            <a:normAutofit fontScale="90000"/>
          </a:bodyPr>
          <a:lstStyle/>
          <a:p>
            <a:r>
              <a:rPr lang="ja-JP" altLang="en-US" dirty="0"/>
              <a:t>注目される背景・理由</a:t>
            </a:r>
            <a:endParaRPr kumimoji="1" lang="ja-JP" altLang="en-US" dirty="0"/>
          </a:p>
        </p:txBody>
      </p:sp>
      <p:sp>
        <p:nvSpPr>
          <p:cNvPr id="3" name="Content Placeholder 2">
            <a:extLst>
              <a:ext uri="{FF2B5EF4-FFF2-40B4-BE49-F238E27FC236}">
                <a16:creationId xmlns:a16="http://schemas.microsoft.com/office/drawing/2014/main" id="{8F6CF5D6-13E3-9FB6-7F47-8070F12CB0DA}"/>
              </a:ext>
            </a:extLst>
          </p:cNvPr>
          <p:cNvSpPr>
            <a:spLocks noGrp="1"/>
          </p:cNvSpPr>
          <p:nvPr>
            <p:ph idx="1"/>
          </p:nvPr>
        </p:nvSpPr>
        <p:spPr>
          <a:xfrm>
            <a:off x="838200" y="1276351"/>
            <a:ext cx="10515600" cy="4856820"/>
          </a:xfrm>
        </p:spPr>
        <p:txBody>
          <a:bodyPr/>
          <a:lstStyle/>
          <a:p>
            <a:r>
              <a:rPr lang="ja-JP" altLang="en-US" dirty="0"/>
              <a:t>現場の課題（人手不足・安全・品質）</a:t>
            </a:r>
            <a:endParaRPr lang="en-US" altLang="ja-JP" dirty="0"/>
          </a:p>
          <a:p>
            <a:pPr lvl="1"/>
            <a:r>
              <a:rPr lang="ja-JP" altLang="en-US" dirty="0"/>
              <a:t>人手不足・高齢化による労働力の逼迫</a:t>
            </a:r>
          </a:p>
          <a:p>
            <a:pPr lvl="1"/>
            <a:r>
              <a:rPr lang="ja-JP" altLang="en-US" dirty="0"/>
              <a:t>重労働・夜間作業・高所作業など、危険または負荷の高い作業</a:t>
            </a:r>
            <a:endParaRPr lang="en-US" altLang="ja-JP" dirty="0"/>
          </a:p>
          <a:p>
            <a:pPr lvl="1"/>
            <a:endParaRPr lang="en-US" altLang="ja-JP" dirty="0"/>
          </a:p>
          <a:p>
            <a:r>
              <a:rPr lang="en-US" altLang="ja-JP" dirty="0"/>
              <a:t>AI</a:t>
            </a:r>
            <a:r>
              <a:rPr lang="ja-JP" altLang="en-US" dirty="0"/>
              <a:t>技術の成熟（センサー・</a:t>
            </a:r>
            <a:r>
              <a:rPr lang="en-US" altLang="ja-JP" dirty="0"/>
              <a:t>GPU</a:t>
            </a:r>
            <a:r>
              <a:rPr lang="ja-JP" altLang="en-US" dirty="0"/>
              <a:t>・</a:t>
            </a:r>
            <a:r>
              <a:rPr lang="en-US" altLang="ja-JP" dirty="0"/>
              <a:t>LLM</a:t>
            </a:r>
            <a:r>
              <a:rPr lang="ja-JP" altLang="en-US" dirty="0"/>
              <a:t>）</a:t>
            </a:r>
            <a:endParaRPr lang="en-US" altLang="ja-JP" dirty="0"/>
          </a:p>
          <a:p>
            <a:pPr lvl="1"/>
            <a:r>
              <a:rPr lang="ja-JP" altLang="en-US" dirty="0"/>
              <a:t>高性能センサーの低価格化</a:t>
            </a:r>
            <a:endParaRPr lang="en-US" altLang="ja-JP" dirty="0"/>
          </a:p>
          <a:p>
            <a:pPr lvl="1"/>
            <a:r>
              <a:rPr lang="en-US" altLang="ja-JP" dirty="0"/>
              <a:t>GPU</a:t>
            </a:r>
            <a:r>
              <a:rPr lang="ja-JP" altLang="en-US" dirty="0"/>
              <a:t>などの</a:t>
            </a:r>
            <a:r>
              <a:rPr lang="en-US" altLang="ja-JP" dirty="0"/>
              <a:t>AI</a:t>
            </a:r>
            <a:r>
              <a:rPr lang="ja-JP" altLang="en-US" dirty="0"/>
              <a:t>ハードウェアの普及</a:t>
            </a:r>
            <a:endParaRPr lang="en-US" altLang="ja-JP" dirty="0"/>
          </a:p>
          <a:p>
            <a:pPr lvl="3"/>
            <a:endParaRPr kumimoji="1" lang="ja-JP" altLang="en-US" dirty="0"/>
          </a:p>
        </p:txBody>
      </p:sp>
      <p:sp>
        <p:nvSpPr>
          <p:cNvPr id="4" name="Slide Number Placeholder 3">
            <a:extLst>
              <a:ext uri="{FF2B5EF4-FFF2-40B4-BE49-F238E27FC236}">
                <a16:creationId xmlns:a16="http://schemas.microsoft.com/office/drawing/2014/main" id="{1C03105F-8E6B-3310-67C9-0E34CE99112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899107FA-2C7A-C6CF-2CA1-10FD8D78CA4E}"/>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2472268548"/>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7549-D430-7730-C50D-3B3D5AC2578F}"/>
              </a:ext>
            </a:extLst>
          </p:cNvPr>
          <p:cNvSpPr>
            <a:spLocks noGrp="1"/>
          </p:cNvSpPr>
          <p:nvPr>
            <p:ph type="title"/>
          </p:nvPr>
        </p:nvSpPr>
        <p:spPr/>
        <p:txBody>
          <a:bodyPr>
            <a:normAutofit fontScale="90000"/>
          </a:bodyPr>
          <a:lstStyle/>
          <a:p>
            <a:r>
              <a:rPr kumimoji="1" lang="ja-JP" altLang="en-US" dirty="0"/>
              <a:t>基本的な仕組み</a:t>
            </a:r>
            <a:br>
              <a:rPr kumimoji="1" lang="ja-JP" altLang="en-US" dirty="0"/>
            </a:br>
            <a:endParaRPr kumimoji="1" lang="ja-JP" altLang="en-US" dirty="0"/>
          </a:p>
        </p:txBody>
      </p:sp>
      <p:sp>
        <p:nvSpPr>
          <p:cNvPr id="3" name="Content Placeholder 2">
            <a:extLst>
              <a:ext uri="{FF2B5EF4-FFF2-40B4-BE49-F238E27FC236}">
                <a16:creationId xmlns:a16="http://schemas.microsoft.com/office/drawing/2014/main" id="{928442B3-0653-7CB2-E3DE-4CA3AE17713A}"/>
              </a:ext>
            </a:extLst>
          </p:cNvPr>
          <p:cNvSpPr>
            <a:spLocks noGrp="1"/>
          </p:cNvSpPr>
          <p:nvPr>
            <p:ph idx="1"/>
          </p:nvPr>
        </p:nvSpPr>
        <p:spPr>
          <a:xfrm>
            <a:off x="838200" y="1028700"/>
            <a:ext cx="10515600" cy="4991101"/>
          </a:xfrm>
        </p:spPr>
        <p:txBody>
          <a:bodyPr>
            <a:normAutofit/>
          </a:bodyPr>
          <a:lstStyle/>
          <a:p>
            <a:r>
              <a:rPr kumimoji="1" lang="ja-JP" altLang="en-US" dirty="0"/>
              <a:t>プロセス</a:t>
            </a:r>
            <a:endParaRPr kumimoji="1" lang="en-US" altLang="ja-JP" dirty="0"/>
          </a:p>
          <a:p>
            <a:pPr lvl="1"/>
            <a:r>
              <a:rPr lang="ja-JP" altLang="en-US" dirty="0"/>
              <a:t>認知</a:t>
            </a:r>
            <a:r>
              <a:rPr lang="en-US" altLang="ja-JP" dirty="0"/>
              <a:t>: </a:t>
            </a:r>
            <a:r>
              <a:rPr lang="ja-JP" altLang="en-US" dirty="0"/>
              <a:t>カメラ・センサーなどで物理環境を理解</a:t>
            </a:r>
            <a:endParaRPr lang="en-US" altLang="ja-JP" dirty="0"/>
          </a:p>
          <a:p>
            <a:pPr lvl="1"/>
            <a:r>
              <a:rPr lang="ja-JP" altLang="en-US" dirty="0"/>
              <a:t>判断</a:t>
            </a:r>
            <a:r>
              <a:rPr lang="en-US" altLang="ja-JP" dirty="0"/>
              <a:t>: AI</a:t>
            </a:r>
            <a:r>
              <a:rPr lang="ja-JP" altLang="en-US" dirty="0"/>
              <a:t>モデルで状況を推論し行動を決定</a:t>
            </a:r>
            <a:endParaRPr lang="en-US" altLang="ja-JP" dirty="0"/>
          </a:p>
          <a:p>
            <a:pPr lvl="1"/>
            <a:r>
              <a:rPr lang="ja-JP" altLang="en-US" dirty="0"/>
              <a:t>行動</a:t>
            </a:r>
            <a:r>
              <a:rPr lang="en-US" altLang="ja-JP" dirty="0"/>
              <a:t>: </a:t>
            </a:r>
            <a:r>
              <a:rPr kumimoji="1" lang="ja-JP" altLang="en-US" dirty="0"/>
              <a:t>アクチュエーター・モーターで物理世界に働きかける </a:t>
            </a:r>
            <a:endParaRPr kumimoji="1" lang="en-US" altLang="ja-JP" dirty="0"/>
          </a:p>
          <a:p>
            <a:pPr lvl="1"/>
            <a:endParaRPr kumimoji="1" lang="en-US" altLang="ja-JP" dirty="0"/>
          </a:p>
          <a:p>
            <a:r>
              <a:rPr kumimoji="1" lang="ja-JP" altLang="en-US" dirty="0"/>
              <a:t>学習について</a:t>
            </a:r>
            <a:endParaRPr kumimoji="1" lang="en-US" altLang="ja-JP" dirty="0"/>
          </a:p>
          <a:p>
            <a:pPr lvl="1"/>
            <a:r>
              <a:rPr lang="ja-JP" altLang="en-US" dirty="0"/>
              <a:t>物理的な因果関係・法則を含む環境が必要</a:t>
            </a:r>
            <a:endParaRPr kumimoji="1" lang="en-US" altLang="ja-JP" dirty="0"/>
          </a:p>
          <a:p>
            <a:pPr lvl="1"/>
            <a:r>
              <a:rPr kumimoji="1" lang="ja-JP" altLang="en-US" dirty="0"/>
              <a:t>現実世界にはコストが高いため、シミュレーターを使う場合が多い　</a:t>
            </a:r>
          </a:p>
        </p:txBody>
      </p:sp>
      <p:sp>
        <p:nvSpPr>
          <p:cNvPr id="4" name="Slide Number Placeholder 3">
            <a:extLst>
              <a:ext uri="{FF2B5EF4-FFF2-40B4-BE49-F238E27FC236}">
                <a16:creationId xmlns:a16="http://schemas.microsoft.com/office/drawing/2014/main" id="{8EAD36C3-7615-0497-2F58-83EAC089872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4B983012-347E-074F-9C77-CEED3CCEE6A0}"/>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Box 5">
            <a:extLst>
              <a:ext uri="{FF2B5EF4-FFF2-40B4-BE49-F238E27FC236}">
                <a16:creationId xmlns:a16="http://schemas.microsoft.com/office/drawing/2014/main" id="{4DBD8C17-6307-F1AA-5F50-ED7244F1B38D}"/>
              </a:ext>
            </a:extLst>
          </p:cNvPr>
          <p:cNvSpPr txBox="1"/>
          <p:nvPr/>
        </p:nvSpPr>
        <p:spPr>
          <a:xfrm>
            <a:off x="9446294" y="569595"/>
            <a:ext cx="3443803" cy="2954655"/>
          </a:xfrm>
          <a:prstGeom prst="rect">
            <a:avLst/>
          </a:prstGeom>
          <a:noFill/>
        </p:spPr>
        <p:txBody>
          <a:bodyPr wrap="square" rtlCol="0">
            <a:spAutoFit/>
          </a:bodyPr>
          <a:lstStyle/>
          <a:p>
            <a:r>
              <a:rPr kumimoji="1" lang="ja-JP" altLang="en-US" sz="2400" dirty="0"/>
              <a:t>参考例（</a:t>
            </a:r>
            <a:r>
              <a:rPr kumimoji="1" lang="en-US" altLang="ja-JP" sz="2400" dirty="0"/>
              <a:t>NVIDIA</a:t>
            </a:r>
            <a:r>
              <a:rPr kumimoji="1" lang="ja-JP" altLang="en-US" sz="2400" dirty="0"/>
              <a:t>）</a:t>
            </a:r>
            <a:endParaRPr kumimoji="1" lang="en-US" altLang="ja-JP" sz="2400" dirty="0"/>
          </a:p>
          <a:p>
            <a:pPr marL="285750" indent="-285750">
              <a:buFont typeface="Wingdings" panose="05000000000000000000" pitchFamily="2" charset="2"/>
              <a:buChar char="Ø"/>
            </a:pPr>
            <a:r>
              <a:rPr kumimoji="1" lang="ja-JP" altLang="en-US" dirty="0"/>
              <a:t>シミュレーター</a:t>
            </a:r>
            <a:endParaRPr kumimoji="1" lang="en-US" altLang="ja-JP" dirty="0"/>
          </a:p>
          <a:p>
            <a:pPr marL="742950" lvl="1" indent="-285750">
              <a:buFont typeface="Arial" panose="020B0604020202020204" pitchFamily="34" charset="0"/>
              <a:buChar char="•"/>
            </a:pPr>
            <a:r>
              <a:rPr lang="en-US" altLang="ja-JP" dirty="0"/>
              <a:t>Omniverse</a:t>
            </a:r>
          </a:p>
          <a:p>
            <a:pPr marL="742950" lvl="1" indent="-285750">
              <a:buFont typeface="Arial" panose="020B0604020202020204" pitchFamily="34" charset="0"/>
              <a:buChar char="•"/>
            </a:pPr>
            <a:endParaRPr lang="en-US" altLang="ja-JP" dirty="0"/>
          </a:p>
          <a:p>
            <a:pPr marL="285750" indent="-285750">
              <a:buFont typeface="Wingdings" panose="05000000000000000000" pitchFamily="2" charset="2"/>
              <a:buChar char="Ø"/>
            </a:pPr>
            <a:r>
              <a:rPr lang="en-US" altLang="ja-JP" dirty="0"/>
              <a:t>AI</a:t>
            </a:r>
            <a:r>
              <a:rPr lang="ja-JP" altLang="en-US" dirty="0"/>
              <a:t>モデル：</a:t>
            </a:r>
            <a:endParaRPr lang="en-US" altLang="ja-JP" dirty="0"/>
          </a:p>
          <a:p>
            <a:pPr marL="742950" lvl="1" indent="-285750">
              <a:buFont typeface="Arial" panose="020B0604020202020204" pitchFamily="34" charset="0"/>
              <a:buChar char="•"/>
            </a:pPr>
            <a:r>
              <a:rPr lang="en-US" altLang="ja-JP" dirty="0"/>
              <a:t>Cosmos</a:t>
            </a:r>
            <a:br>
              <a:rPr lang="en-US" altLang="ja-JP" b="1" dirty="0"/>
            </a:br>
            <a:endParaRPr kumimoji="1" lang="en-US" altLang="ja-JP" dirty="0"/>
          </a:p>
          <a:p>
            <a:pPr marL="285750" indent="-285750">
              <a:buFont typeface="Wingdings" panose="05000000000000000000" pitchFamily="2" charset="2"/>
              <a:buChar char="Ø"/>
            </a:pPr>
            <a:endParaRPr kumimoji="1" lang="en-US" altLang="ja-JP" dirty="0"/>
          </a:p>
          <a:p>
            <a:br>
              <a:rPr kumimoji="1" lang="en-US" altLang="ja-JP" dirty="0"/>
            </a:br>
            <a:endParaRPr kumimoji="1" lang="ja-JP" altLang="en-US" dirty="0"/>
          </a:p>
        </p:txBody>
      </p:sp>
    </p:spTree>
    <p:extLst>
      <p:ext uri="{BB962C8B-B14F-4D97-AF65-F5344CB8AC3E}">
        <p14:creationId xmlns:p14="http://schemas.microsoft.com/office/powerpoint/2010/main" val="3269483716"/>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E739-17D1-14C8-0FC5-17CCE2AE2FCD}"/>
              </a:ext>
            </a:extLst>
          </p:cNvPr>
          <p:cNvSpPr>
            <a:spLocks noGrp="1"/>
          </p:cNvSpPr>
          <p:nvPr>
            <p:ph type="title"/>
          </p:nvPr>
        </p:nvSpPr>
        <p:spPr>
          <a:xfrm>
            <a:off x="838200" y="431800"/>
            <a:ext cx="10515600" cy="814876"/>
          </a:xfrm>
        </p:spPr>
        <p:txBody>
          <a:bodyPr>
            <a:normAutofit/>
          </a:bodyPr>
          <a:lstStyle/>
          <a:p>
            <a:r>
              <a:rPr lang="ja-JP" altLang="en-US" dirty="0"/>
              <a:t>リガクと関係しそうな事例</a:t>
            </a:r>
            <a:endParaRPr kumimoji="1" lang="ja-JP" altLang="en-US" dirty="0"/>
          </a:p>
        </p:txBody>
      </p:sp>
      <p:sp>
        <p:nvSpPr>
          <p:cNvPr id="3" name="Content Placeholder 2">
            <a:extLst>
              <a:ext uri="{FF2B5EF4-FFF2-40B4-BE49-F238E27FC236}">
                <a16:creationId xmlns:a16="http://schemas.microsoft.com/office/drawing/2014/main" id="{E4E45DFC-1DFF-A4CC-2AF9-52AAF66003CB}"/>
              </a:ext>
            </a:extLst>
          </p:cNvPr>
          <p:cNvSpPr>
            <a:spLocks noGrp="1"/>
          </p:cNvSpPr>
          <p:nvPr>
            <p:ph idx="1"/>
          </p:nvPr>
        </p:nvSpPr>
        <p:spPr>
          <a:xfrm>
            <a:off x="838200" y="1479725"/>
            <a:ext cx="10515600" cy="4305298"/>
          </a:xfrm>
        </p:spPr>
        <p:txBody>
          <a:bodyPr>
            <a:normAutofit/>
          </a:bodyPr>
          <a:lstStyle/>
          <a:p>
            <a:r>
              <a:rPr lang="ja-JP" altLang="en-US" dirty="0"/>
              <a:t>生産・組立現場</a:t>
            </a:r>
            <a:endParaRPr lang="en-US" altLang="ja-JP" dirty="0"/>
          </a:p>
          <a:p>
            <a:pPr lvl="1"/>
            <a:r>
              <a:rPr lang="ja-JP" altLang="en-US" dirty="0"/>
              <a:t>一部の組み立てや危険な作業はロボットに任せる</a:t>
            </a:r>
            <a:endParaRPr lang="en-US" altLang="ja-JP" dirty="0"/>
          </a:p>
          <a:p>
            <a:pPr lvl="1"/>
            <a:r>
              <a:rPr lang="ja-JP" altLang="en-US" dirty="0"/>
              <a:t>自律走行搬送ロボットを使用し、搬送の効率化</a:t>
            </a:r>
            <a:endParaRPr lang="en-US" altLang="ja-JP" dirty="0"/>
          </a:p>
          <a:p>
            <a:endParaRPr lang="en-US" altLang="ja-JP" dirty="0"/>
          </a:p>
          <a:p>
            <a:r>
              <a:rPr kumimoji="1" lang="ja-JP" altLang="en-US" dirty="0"/>
              <a:t>材料研究の自動化</a:t>
            </a:r>
            <a:endParaRPr kumimoji="1" lang="en-US" altLang="ja-JP" dirty="0"/>
          </a:p>
          <a:p>
            <a:pPr lvl="1"/>
            <a:r>
              <a:rPr lang="ja-JP" altLang="en-US" dirty="0"/>
              <a:t>薄くて小さく壊れやすい繊細な材料はロボットが高精度で取り扱い</a:t>
            </a:r>
            <a:endParaRPr kumimoji="1" lang="ja-JP" altLang="en-US" dirty="0"/>
          </a:p>
          <a:p>
            <a:pPr lvl="1"/>
            <a:r>
              <a:rPr kumimoji="1" lang="ja-JP" altLang="en-US" dirty="0"/>
              <a:t>自由度の高いロボットアーム操作によって試料の搬送や測定工程の自動化</a:t>
            </a:r>
          </a:p>
        </p:txBody>
      </p:sp>
      <p:sp>
        <p:nvSpPr>
          <p:cNvPr id="4" name="Slide Number Placeholder 3">
            <a:extLst>
              <a:ext uri="{FF2B5EF4-FFF2-40B4-BE49-F238E27FC236}">
                <a16:creationId xmlns:a16="http://schemas.microsoft.com/office/drawing/2014/main" id="{CCE636D1-859B-F1CE-ADD0-437D11A8A9E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7E6A1B21-EE6D-A7E2-5976-9EEE48BC0638}"/>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755978779"/>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510A-6ABF-C10C-02D1-F8513F87231C}"/>
              </a:ext>
            </a:extLst>
          </p:cNvPr>
          <p:cNvSpPr>
            <a:spLocks noGrp="1"/>
          </p:cNvSpPr>
          <p:nvPr>
            <p:ph type="title"/>
          </p:nvPr>
        </p:nvSpPr>
        <p:spPr/>
        <p:txBody>
          <a:bodyPr>
            <a:normAutofit fontScale="90000"/>
          </a:bodyPr>
          <a:lstStyle/>
          <a:p>
            <a:r>
              <a:rPr kumimoji="1" lang="ja-JP" altLang="en-US" dirty="0"/>
              <a:t>まとめ</a:t>
            </a:r>
          </a:p>
        </p:txBody>
      </p:sp>
      <p:sp>
        <p:nvSpPr>
          <p:cNvPr id="3" name="Content Placeholder 2">
            <a:extLst>
              <a:ext uri="{FF2B5EF4-FFF2-40B4-BE49-F238E27FC236}">
                <a16:creationId xmlns:a16="http://schemas.microsoft.com/office/drawing/2014/main" id="{3DB0D508-2D56-436D-CF78-C394A05294A4}"/>
              </a:ext>
            </a:extLst>
          </p:cNvPr>
          <p:cNvSpPr>
            <a:spLocks noGrp="1"/>
          </p:cNvSpPr>
          <p:nvPr>
            <p:ph idx="1"/>
          </p:nvPr>
        </p:nvSpPr>
        <p:spPr/>
        <p:txBody>
          <a:bodyPr/>
          <a:lstStyle/>
          <a:p>
            <a:r>
              <a:rPr kumimoji="1" lang="ja-JP" altLang="en-US" dirty="0"/>
              <a:t>物理</a:t>
            </a:r>
            <a:r>
              <a:rPr kumimoji="1" lang="en-US" altLang="ja-JP" dirty="0"/>
              <a:t>AI</a:t>
            </a:r>
            <a:r>
              <a:rPr kumimoji="1" lang="ja-JP" altLang="en-US" dirty="0"/>
              <a:t>とは</a:t>
            </a:r>
            <a:endParaRPr kumimoji="1" lang="en-US" altLang="ja-JP" dirty="0"/>
          </a:p>
          <a:p>
            <a:pPr lvl="1"/>
            <a:r>
              <a:rPr kumimoji="1" lang="ja-JP" altLang="en-US" dirty="0"/>
              <a:t>物理世界の状態を推定し、未来を予測しながら、自律的に行動を決める</a:t>
            </a:r>
            <a:r>
              <a:rPr kumimoji="1" lang="en-US" altLang="ja-JP" dirty="0"/>
              <a:t>AI</a:t>
            </a:r>
          </a:p>
          <a:p>
            <a:r>
              <a:rPr kumimoji="1" lang="ja-JP" altLang="en-US" dirty="0"/>
              <a:t>注目される理由</a:t>
            </a:r>
            <a:endParaRPr kumimoji="1" lang="en-US" altLang="ja-JP" dirty="0"/>
          </a:p>
          <a:p>
            <a:pPr lvl="1"/>
            <a:r>
              <a:rPr kumimoji="1" lang="ja-JP" altLang="en-US" dirty="0"/>
              <a:t>人手不足・高齢化</a:t>
            </a:r>
            <a:endParaRPr kumimoji="1" lang="en-US" altLang="ja-JP" dirty="0"/>
          </a:p>
          <a:p>
            <a:pPr lvl="1"/>
            <a:endParaRPr kumimoji="1" lang="en-US" altLang="ja-JP" dirty="0"/>
          </a:p>
          <a:p>
            <a:endParaRPr kumimoji="1" lang="ja-JP" altLang="en-US" dirty="0"/>
          </a:p>
        </p:txBody>
      </p:sp>
      <p:sp>
        <p:nvSpPr>
          <p:cNvPr id="4" name="Slide Number Placeholder 3">
            <a:extLst>
              <a:ext uri="{FF2B5EF4-FFF2-40B4-BE49-F238E27FC236}">
                <a16:creationId xmlns:a16="http://schemas.microsoft.com/office/drawing/2014/main" id="{86881E85-5E53-0903-36DB-9357EBD2DC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8A11C123-779C-3A6D-1298-B7CCE906EC74}"/>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C3869379-AA65-BDBE-05D6-C42B76510C34}"/>
              </a:ext>
            </a:extLst>
          </p:cNvPr>
          <p:cNvSpPr>
            <a:spLocks noGrp="1"/>
          </p:cNvSpPr>
          <p:nvPr>
            <p:ph type="body" idx="13"/>
          </p:nvPr>
        </p:nvSpPr>
        <p:spPr/>
        <p:txBody>
          <a:bodyPr>
            <a:normAutofit fontScale="85000" lnSpcReduction="10000"/>
          </a:bodyPr>
          <a:lstStyle/>
          <a:p>
            <a:endParaRPr kumimoji="1" lang="ja-JP" altLang="en-US"/>
          </a:p>
        </p:txBody>
      </p:sp>
    </p:spTree>
    <p:extLst>
      <p:ext uri="{BB962C8B-B14F-4D97-AF65-F5344CB8AC3E}">
        <p14:creationId xmlns:p14="http://schemas.microsoft.com/office/powerpoint/2010/main" val="1542181355"/>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E5103-2A9D-2582-2BF5-C466DC3DE91F}"/>
              </a:ext>
            </a:extLst>
          </p:cNvPr>
          <p:cNvSpPr>
            <a:spLocks noGrp="1"/>
          </p:cNvSpPr>
          <p:nvPr>
            <p:ph type="title"/>
          </p:nvPr>
        </p:nvSpPr>
        <p:spPr/>
        <p:txBody>
          <a:bodyPr>
            <a:normAutofit fontScale="90000"/>
          </a:bodyPr>
          <a:lstStyle/>
          <a:p>
            <a:r>
              <a:rPr kumimoji="1" lang="ja-JP" altLang="en-US" dirty="0"/>
              <a:t>参考資料</a:t>
            </a:r>
          </a:p>
        </p:txBody>
      </p:sp>
      <p:sp>
        <p:nvSpPr>
          <p:cNvPr id="3" name="Content Placeholder 2">
            <a:extLst>
              <a:ext uri="{FF2B5EF4-FFF2-40B4-BE49-F238E27FC236}">
                <a16:creationId xmlns:a16="http://schemas.microsoft.com/office/drawing/2014/main" id="{EBB291CD-E0FF-0EB6-F2A8-7396597A2117}"/>
              </a:ext>
            </a:extLst>
          </p:cNvPr>
          <p:cNvSpPr>
            <a:spLocks noGrp="1"/>
          </p:cNvSpPr>
          <p:nvPr>
            <p:ph idx="1"/>
          </p:nvPr>
        </p:nvSpPr>
        <p:spPr/>
        <p:txBody>
          <a:bodyPr>
            <a:normAutofit fontScale="92500" lnSpcReduction="10000"/>
          </a:bodyPr>
          <a:lstStyle/>
          <a:p>
            <a:r>
              <a:rPr lang="en-US" altLang="zh-CN" dirty="0">
                <a:hlinkClick r:id="rId2"/>
              </a:rPr>
              <a:t>https://qiita.com/fe2030/items/90b2f1edb6031110db61</a:t>
            </a:r>
            <a:endParaRPr lang="en-US" altLang="zh-CN" dirty="0"/>
          </a:p>
          <a:p>
            <a:r>
              <a:rPr lang="ja-JP" altLang="en-US" dirty="0">
                <a:hlinkClick r:id="rId3"/>
              </a:rPr>
              <a:t>フィジカル </a:t>
            </a:r>
            <a:r>
              <a:rPr lang="en-US" altLang="ja-JP" dirty="0">
                <a:hlinkClick r:id="rId3"/>
              </a:rPr>
              <a:t>AI </a:t>
            </a:r>
            <a:r>
              <a:rPr lang="ja-JP" altLang="en-US" dirty="0">
                <a:hlinkClick r:id="rId3"/>
              </a:rPr>
              <a:t>とは</a:t>
            </a:r>
            <a:r>
              <a:rPr lang="en-US" altLang="ja-JP" dirty="0">
                <a:hlinkClick r:id="rId3"/>
              </a:rPr>
              <a:t>? | NVIDIA</a:t>
            </a:r>
            <a:endParaRPr lang="en-US" altLang="ja-JP" dirty="0"/>
          </a:p>
          <a:p>
            <a:r>
              <a:rPr lang="ja-JP" altLang="en-US" dirty="0">
                <a:hlinkClick r:id="rId4"/>
              </a:rPr>
              <a:t>フィジカル</a:t>
            </a:r>
            <a:r>
              <a:rPr lang="en-US" altLang="ja-JP" dirty="0">
                <a:hlinkClick r:id="rId4"/>
              </a:rPr>
              <a:t>AI(</a:t>
            </a:r>
            <a:r>
              <a:rPr lang="ja-JP" altLang="en-US" dirty="0">
                <a:hlinkClick r:id="rId4"/>
              </a:rPr>
              <a:t>物理</a:t>
            </a:r>
            <a:r>
              <a:rPr lang="en-US" altLang="ja-JP" dirty="0">
                <a:hlinkClick r:id="rId4"/>
              </a:rPr>
              <a:t>AI)</a:t>
            </a:r>
            <a:r>
              <a:rPr lang="ja-JP" altLang="en-US" dirty="0">
                <a:hlinkClick r:id="rId4"/>
              </a:rPr>
              <a:t>とは？その定義や主要技術、活用事例を徹底解説！ </a:t>
            </a:r>
            <a:r>
              <a:rPr lang="en-US" altLang="ja-JP" dirty="0">
                <a:hlinkClick r:id="rId4"/>
              </a:rPr>
              <a:t>| AI</a:t>
            </a:r>
            <a:r>
              <a:rPr lang="ja-JP" altLang="en-US" dirty="0">
                <a:hlinkClick r:id="rId4"/>
              </a:rPr>
              <a:t>総合研究所 </a:t>
            </a:r>
            <a:r>
              <a:rPr lang="en-US" altLang="ja-JP" dirty="0">
                <a:hlinkClick r:id="rId4"/>
              </a:rPr>
              <a:t>| AI</a:t>
            </a:r>
            <a:r>
              <a:rPr lang="ja-JP" altLang="en-US" dirty="0">
                <a:hlinkClick r:id="rId4"/>
              </a:rPr>
              <a:t>総合研究所</a:t>
            </a:r>
            <a:endParaRPr lang="en-US" altLang="ja-JP" dirty="0"/>
          </a:p>
          <a:p>
            <a:r>
              <a:rPr lang="ja-JP" altLang="en-US" dirty="0">
                <a:hlinkClick r:id="rId5"/>
              </a:rPr>
              <a:t>フィジカル</a:t>
            </a:r>
            <a:r>
              <a:rPr lang="en-US" altLang="ja-JP" dirty="0">
                <a:hlinkClick r:id="rId5"/>
              </a:rPr>
              <a:t>AI</a:t>
            </a:r>
            <a:r>
              <a:rPr lang="ja-JP" altLang="en-US" dirty="0">
                <a:hlinkClick r:id="rId5"/>
              </a:rPr>
              <a:t>とは？生成</a:t>
            </a:r>
            <a:r>
              <a:rPr lang="en-US" altLang="ja-JP" dirty="0">
                <a:hlinkClick r:id="rId5"/>
              </a:rPr>
              <a:t>AI</a:t>
            </a:r>
            <a:r>
              <a:rPr lang="ja-JP" altLang="en-US" dirty="0">
                <a:hlinkClick r:id="rId5"/>
              </a:rPr>
              <a:t>の次に来る“動く知能”について解説｜</a:t>
            </a:r>
            <a:r>
              <a:rPr lang="en-US" altLang="ja-JP" dirty="0">
                <a:hlinkClick r:id="rId5"/>
              </a:rPr>
              <a:t>OPTAGE for Business</a:t>
            </a:r>
            <a:endParaRPr lang="zh-CN" altLang="en-US" dirty="0"/>
          </a:p>
          <a:p>
            <a:r>
              <a:rPr lang="en-US" altLang="ja-JP" dirty="0">
                <a:hlinkClick r:id="rId6"/>
              </a:rPr>
              <a:t>NVIDIA Rubin Platform, Open Models, Autonomous Driving: NVIDIA Presents Blueprint for the Future at CES | NVIDIA Blog</a:t>
            </a:r>
            <a:endParaRPr kumimoji="1" lang="ja-JP" altLang="en-US" dirty="0"/>
          </a:p>
        </p:txBody>
      </p:sp>
      <p:sp>
        <p:nvSpPr>
          <p:cNvPr id="4" name="Slide Number Placeholder 3">
            <a:extLst>
              <a:ext uri="{FF2B5EF4-FFF2-40B4-BE49-F238E27FC236}">
                <a16:creationId xmlns:a16="http://schemas.microsoft.com/office/drawing/2014/main" id="{93BAE530-40BA-F867-B4A3-49314BC0FCB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Semilight"/>
                <a:ea typeface="メイリオ"/>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FFFFFF"/>
              </a:solidFill>
              <a:effectLst/>
              <a:uLnTx/>
              <a:uFillTx/>
              <a:latin typeface="Segoe UI Semilight"/>
              <a:ea typeface="メイリオ"/>
              <a:cs typeface="+mn-cs"/>
            </a:endParaRPr>
          </a:p>
        </p:txBody>
      </p:sp>
      <p:sp>
        <p:nvSpPr>
          <p:cNvPr id="5" name="Footer Placeholder 4">
            <a:extLst>
              <a:ext uri="{FF2B5EF4-FFF2-40B4-BE49-F238E27FC236}">
                <a16:creationId xmlns:a16="http://schemas.microsoft.com/office/drawing/2014/main" id="{B6D2AAE5-05C2-A4BC-52AE-B5AF542C197C}"/>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6" name="Text Placeholder 5">
            <a:extLst>
              <a:ext uri="{FF2B5EF4-FFF2-40B4-BE49-F238E27FC236}">
                <a16:creationId xmlns:a16="http://schemas.microsoft.com/office/drawing/2014/main" id="{236A69E5-7236-CFFB-1C5F-557330A18A23}"/>
              </a:ext>
            </a:extLst>
          </p:cNvPr>
          <p:cNvSpPr>
            <a:spLocks noGrp="1"/>
          </p:cNvSpPr>
          <p:nvPr>
            <p:ph type="body" idx="13"/>
          </p:nvPr>
        </p:nvSpPr>
        <p:spPr/>
        <p:txBody>
          <a:bodyPr>
            <a:normAutofit fontScale="85000" lnSpcReduction="10000"/>
          </a:bodyPr>
          <a:lstStyle/>
          <a:p>
            <a:endParaRPr kumimoji="1" lang="ja-JP" altLang="en-US"/>
          </a:p>
        </p:txBody>
      </p:sp>
    </p:spTree>
    <p:extLst>
      <p:ext uri="{BB962C8B-B14F-4D97-AF65-F5344CB8AC3E}">
        <p14:creationId xmlns:p14="http://schemas.microsoft.com/office/powerpoint/2010/main" val="1565818314"/>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E3B1ADC-C730-144C-104E-7CE96E861F76}"/>
              </a:ext>
            </a:extLst>
          </p:cNvPr>
          <p:cNvSpPr>
            <a:spLocks noGrp="1"/>
          </p:cNvSpPr>
          <p:nvPr>
            <p:ph type="sldNum" sz="quarter" idx="11"/>
          </p:nvPr>
        </p:nvSpPr>
        <p:spPr/>
        <p:txBody>
          <a:bodyPr/>
          <a:lstStyle/>
          <a:p>
            <a:fld id="{D44D3F4E-7F9B-4AD4-ADA0-3F21E9F7E4F4}" type="slidenum">
              <a:rPr lang="en-US" smtClean="0"/>
              <a:pPr/>
              <a:t>11</a:t>
            </a:fld>
            <a:endParaRPr lang="en-US" dirty="0"/>
          </a:p>
        </p:txBody>
      </p:sp>
    </p:spTree>
    <p:extLst>
      <p:ext uri="{BB962C8B-B14F-4D97-AF65-F5344CB8AC3E}">
        <p14:creationId xmlns:p14="http://schemas.microsoft.com/office/powerpoint/2010/main" val="3449783023"/>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BA57FDE1-D7E8-A758-9914-F2CC3FB53582}"/>
              </a:ext>
            </a:extLst>
          </p:cNvPr>
          <p:cNvSpPr>
            <a:spLocks noGrp="1"/>
          </p:cNvSpPr>
          <p:nvPr>
            <p:ph type="sldNum" sz="quarter" idx="11"/>
          </p:nvPr>
        </p:nvSpPr>
        <p:spPr/>
        <p:txBody>
          <a:bodyPr/>
          <a:lstStyle/>
          <a:p>
            <a:fld id="{D44D3F4E-7F9B-4AD4-ADA0-3F21E9F7E4F4}" type="slidenum">
              <a:rPr lang="en-US" smtClean="0"/>
              <a:pPr/>
              <a:t>12</a:t>
            </a:fld>
            <a:endParaRPr lang="en-US" dirty="0"/>
          </a:p>
        </p:txBody>
      </p:sp>
    </p:spTree>
    <p:extLst>
      <p:ext uri="{BB962C8B-B14F-4D97-AF65-F5344CB8AC3E}">
        <p14:creationId xmlns:p14="http://schemas.microsoft.com/office/powerpoint/2010/main" val="1560847869"/>
      </p:ext>
    </p:extLst>
  </p:cSld>
  <p:clrMapOvr>
    <a:masterClrMapping/>
  </p:clrMapOvr>
  <p:transition spd="slow">
    <p:push/>
  </p:transition>
</p:sld>
</file>

<file path=ppt/theme/theme1.xml><?xml version="1.0" encoding="utf-8"?>
<a:theme xmlns:a="http://schemas.openxmlformats.org/drawingml/2006/main" name="プレ研修資料フォーマット">
  <a:themeElements>
    <a:clrScheme name="Rigaku_Theme Colors">
      <a:dk1>
        <a:srgbClr val="041E42"/>
      </a:dk1>
      <a:lt1>
        <a:srgbClr val="FFFFFF"/>
      </a:lt1>
      <a:dk2>
        <a:srgbClr val="3F4443"/>
      </a:dk2>
      <a:lt2>
        <a:srgbClr val="D9D9D6"/>
      </a:lt2>
      <a:accent1>
        <a:srgbClr val="009CDE"/>
      </a:accent1>
      <a:accent2>
        <a:srgbClr val="8CE2D0"/>
      </a:accent2>
      <a:accent3>
        <a:srgbClr val="64A70B"/>
      </a:accent3>
      <a:accent4>
        <a:srgbClr val="FF6720"/>
      </a:accent4>
      <a:accent5>
        <a:srgbClr val="BA0C2F"/>
      </a:accent5>
      <a:accent6>
        <a:srgbClr val="FFBF3F"/>
      </a:accent6>
      <a:hlink>
        <a:srgbClr val="009CDE"/>
      </a:hlink>
      <a:folHlink>
        <a:srgbClr val="464646"/>
      </a:folHlink>
    </a:clrScheme>
    <a:fontScheme name="プレ研修資料フォーマット">
      <a:majorFont>
        <a:latin typeface="Segoe UI Semilight"/>
        <a:ea typeface="メイリオ"/>
        <a:cs typeface=""/>
      </a:majorFont>
      <a:minorFont>
        <a:latin typeface="Segoe UI Semilight"/>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研修資料フォーマット" id="{31EB66D4-A0B0-45FA-9A68-F7A8A7C73F87}" vid="{6967AD40-6857-4A9C-9164-A8870BF1E2B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28703</TotalTime>
  <Words>2527</Words>
  <Application>Microsoft Office PowerPoint</Application>
  <PresentationFormat>Widescreen</PresentationFormat>
  <Paragraphs>130</Paragraphs>
  <Slides>12</Slides>
  <Notes>8</Notes>
  <HiddenSlides>3</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vt:i4>
      </vt:variant>
    </vt:vector>
  </HeadingPairs>
  <TitlesOfParts>
    <vt:vector size="24" baseType="lpstr">
      <vt:lpstr>メイリオ</vt:lpstr>
      <vt:lpstr>MS Gothic</vt:lpstr>
      <vt:lpstr>游ゴシック</vt:lpstr>
      <vt:lpstr>游ゴシック Light</vt:lpstr>
      <vt:lpstr>Arial</vt:lpstr>
      <vt:lpstr>Calibri</vt:lpstr>
      <vt:lpstr>Courier New</vt:lpstr>
      <vt:lpstr>Roboto</vt:lpstr>
      <vt:lpstr>Segoe UI Semilight</vt:lpstr>
      <vt:lpstr>Wingdings</vt:lpstr>
      <vt:lpstr>プレ研修資料フォーマット</vt:lpstr>
      <vt:lpstr>Office テーマ</vt:lpstr>
      <vt:lpstr>PowerPoint Presentation</vt:lpstr>
      <vt:lpstr>背景</vt:lpstr>
      <vt:lpstr>概要</vt:lpstr>
      <vt:lpstr>物理AIの定義</vt:lpstr>
      <vt:lpstr>実現事例</vt:lpstr>
      <vt:lpstr>注目される背景・理由</vt:lpstr>
      <vt:lpstr>基本的な仕組み </vt:lpstr>
      <vt:lpstr>リガクと関係しそうな事例</vt:lpstr>
      <vt:lpstr>まとめ</vt:lpstr>
      <vt:lpstr>参考資料</vt:lpstr>
      <vt:lpstr>PowerPoint Presentation</vt:lpstr>
      <vt:lpstr>PowerPoint Presentation</vt:lpstr>
    </vt:vector>
  </TitlesOfParts>
  <Company>株式会社リガク</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柴崎 寿英</dc:creator>
  <cp:lastModifiedBy>英男 ビン</cp:lastModifiedBy>
  <cp:revision>1653</cp:revision>
  <dcterms:created xsi:type="dcterms:W3CDTF">2021-05-30T05:32:27Z</dcterms:created>
  <dcterms:modified xsi:type="dcterms:W3CDTF">2026-03-12T13:34:38Z</dcterms:modified>
</cp:coreProperties>
</file>