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sldIdLst>
    <p:sldId id="256" r:id="rId3"/>
    <p:sldId id="257" r:id="rId4"/>
    <p:sldId id="258" r:id="rId5"/>
    <p:sldId id="264" r:id="rId6"/>
    <p:sldId id="259" r:id="rId7"/>
    <p:sldId id="260" r:id="rId8"/>
    <p:sldId id="261" r:id="rId9"/>
    <p:sldId id="262" r:id="rId10"/>
    <p:sldId id="263"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32024D-9067-41DC-8735-762D43E91982}" v="1" dt="2026-05-28T04:12:16.2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varScale="1">
        <p:scale>
          <a:sx n="77" d="100"/>
          <a:sy n="77" d="100"/>
        </p:scale>
        <p:origin x="92"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Bates" userId="1adc488a-d7ea-4857-92e2-086f138ed9e4" providerId="ADAL" clId="{7534E34E-07F8-4213-8215-4B88C6C09CBF}"/>
    <pc:docChg chg="custSel addSld modSld">
      <pc:chgData name="Simon Bates" userId="1adc488a-d7ea-4857-92e2-086f138ed9e4" providerId="ADAL" clId="{7534E34E-07F8-4213-8215-4B88C6C09CBF}" dt="2026-05-28T04:14:41.528" v="18" actId="22"/>
      <pc:docMkLst>
        <pc:docMk/>
      </pc:docMkLst>
      <pc:sldChg chg="addSp delSp add mod">
        <pc:chgData name="Simon Bates" userId="1adc488a-d7ea-4857-92e2-086f138ed9e4" providerId="ADAL" clId="{7534E34E-07F8-4213-8215-4B88C6C09CBF}" dt="2026-05-28T03:56:12.314" v="2" actId="22"/>
        <pc:sldMkLst>
          <pc:docMk/>
          <pc:sldMk cId="752058878" sldId="259"/>
        </pc:sldMkLst>
        <pc:spChg chg="del">
          <ac:chgData name="Simon Bates" userId="1adc488a-d7ea-4857-92e2-086f138ed9e4" providerId="ADAL" clId="{7534E34E-07F8-4213-8215-4B88C6C09CBF}" dt="2026-05-28T03:56:06.432" v="1" actId="478"/>
          <ac:spMkLst>
            <pc:docMk/>
            <pc:sldMk cId="752058878" sldId="259"/>
            <ac:spMk id="4" creationId="{119421AA-7963-B4DD-C372-1BF2647044B1}"/>
          </ac:spMkLst>
        </pc:spChg>
        <pc:spChg chg="del">
          <ac:chgData name="Simon Bates" userId="1adc488a-d7ea-4857-92e2-086f138ed9e4" providerId="ADAL" clId="{7534E34E-07F8-4213-8215-4B88C6C09CBF}" dt="2026-05-28T03:56:06.432" v="1" actId="478"/>
          <ac:spMkLst>
            <pc:docMk/>
            <pc:sldMk cId="752058878" sldId="259"/>
            <ac:spMk id="9" creationId="{FC779465-C230-ABE2-3E01-C2ADA0221021}"/>
          </ac:spMkLst>
        </pc:spChg>
        <pc:spChg chg="del">
          <ac:chgData name="Simon Bates" userId="1adc488a-d7ea-4857-92e2-086f138ed9e4" providerId="ADAL" clId="{7534E34E-07F8-4213-8215-4B88C6C09CBF}" dt="2026-05-28T03:56:06.432" v="1" actId="478"/>
          <ac:spMkLst>
            <pc:docMk/>
            <pc:sldMk cId="752058878" sldId="259"/>
            <ac:spMk id="11" creationId="{0A900F72-609E-700D-DCB5-E82E40E65D9F}"/>
          </ac:spMkLst>
        </pc:spChg>
        <pc:spChg chg="del">
          <ac:chgData name="Simon Bates" userId="1adc488a-d7ea-4857-92e2-086f138ed9e4" providerId="ADAL" clId="{7534E34E-07F8-4213-8215-4B88C6C09CBF}" dt="2026-05-28T03:56:06.432" v="1" actId="478"/>
          <ac:spMkLst>
            <pc:docMk/>
            <pc:sldMk cId="752058878" sldId="259"/>
            <ac:spMk id="13" creationId="{E0C49D7A-F36E-4D7E-D547-2385C455382A}"/>
          </ac:spMkLst>
        </pc:spChg>
        <pc:spChg chg="del">
          <ac:chgData name="Simon Bates" userId="1adc488a-d7ea-4857-92e2-086f138ed9e4" providerId="ADAL" clId="{7534E34E-07F8-4213-8215-4B88C6C09CBF}" dt="2026-05-28T03:56:06.432" v="1" actId="478"/>
          <ac:spMkLst>
            <pc:docMk/>
            <pc:sldMk cId="752058878" sldId="259"/>
            <ac:spMk id="15" creationId="{07D37F0C-74F2-F2D4-39D3-CFE8CBE748ED}"/>
          </ac:spMkLst>
        </pc:spChg>
        <pc:spChg chg="del">
          <ac:chgData name="Simon Bates" userId="1adc488a-d7ea-4857-92e2-086f138ed9e4" providerId="ADAL" clId="{7534E34E-07F8-4213-8215-4B88C6C09CBF}" dt="2026-05-28T03:56:06.432" v="1" actId="478"/>
          <ac:spMkLst>
            <pc:docMk/>
            <pc:sldMk cId="752058878" sldId="259"/>
            <ac:spMk id="21" creationId="{43290B8D-ADED-752A-4FCE-BEB876B6E8FE}"/>
          </ac:spMkLst>
        </pc:spChg>
        <pc:spChg chg="del">
          <ac:chgData name="Simon Bates" userId="1adc488a-d7ea-4857-92e2-086f138ed9e4" providerId="ADAL" clId="{7534E34E-07F8-4213-8215-4B88C6C09CBF}" dt="2026-05-28T03:56:06.432" v="1" actId="478"/>
          <ac:spMkLst>
            <pc:docMk/>
            <pc:sldMk cId="752058878" sldId="259"/>
            <ac:spMk id="23" creationId="{7673A51C-024E-BB8C-707A-E712C437305F}"/>
          </ac:spMkLst>
        </pc:spChg>
        <pc:spChg chg="del">
          <ac:chgData name="Simon Bates" userId="1adc488a-d7ea-4857-92e2-086f138ed9e4" providerId="ADAL" clId="{7534E34E-07F8-4213-8215-4B88C6C09CBF}" dt="2026-05-28T03:56:06.432" v="1" actId="478"/>
          <ac:spMkLst>
            <pc:docMk/>
            <pc:sldMk cId="752058878" sldId="259"/>
            <ac:spMk id="25" creationId="{A4E13B92-B787-EACA-2AA0-6D0486F52ABF}"/>
          </ac:spMkLst>
        </pc:spChg>
        <pc:spChg chg="del">
          <ac:chgData name="Simon Bates" userId="1adc488a-d7ea-4857-92e2-086f138ed9e4" providerId="ADAL" clId="{7534E34E-07F8-4213-8215-4B88C6C09CBF}" dt="2026-05-28T03:56:06.432" v="1" actId="478"/>
          <ac:spMkLst>
            <pc:docMk/>
            <pc:sldMk cId="752058878" sldId="259"/>
            <ac:spMk id="26" creationId="{89659F6B-B28F-B8C3-35DD-2CAE062B6805}"/>
          </ac:spMkLst>
        </pc:spChg>
        <pc:picChg chg="add">
          <ac:chgData name="Simon Bates" userId="1adc488a-d7ea-4857-92e2-086f138ed9e4" providerId="ADAL" clId="{7534E34E-07F8-4213-8215-4B88C6C09CBF}" dt="2026-05-28T03:56:12.314" v="2" actId="22"/>
          <ac:picMkLst>
            <pc:docMk/>
            <pc:sldMk cId="752058878" sldId="259"/>
            <ac:picMk id="3" creationId="{B9DB5540-8380-0ADE-A756-A78A043CAF1F}"/>
          </ac:picMkLst>
        </pc:picChg>
        <pc:cxnChg chg="del">
          <ac:chgData name="Simon Bates" userId="1adc488a-d7ea-4857-92e2-086f138ed9e4" providerId="ADAL" clId="{7534E34E-07F8-4213-8215-4B88C6C09CBF}" dt="2026-05-28T03:56:06.432" v="1" actId="478"/>
          <ac:cxnSpMkLst>
            <pc:docMk/>
            <pc:sldMk cId="752058878" sldId="259"/>
            <ac:cxnSpMk id="20" creationId="{D5DB7AE7-3A6C-52A4-621C-9C07819D59DC}"/>
          </ac:cxnSpMkLst>
        </pc:cxnChg>
      </pc:sldChg>
      <pc:sldChg chg="addSp delSp add mod">
        <pc:chgData name="Simon Bates" userId="1adc488a-d7ea-4857-92e2-086f138ed9e4" providerId="ADAL" clId="{7534E34E-07F8-4213-8215-4B88C6C09CBF}" dt="2026-05-28T03:58:35.477" v="5" actId="22"/>
        <pc:sldMkLst>
          <pc:docMk/>
          <pc:sldMk cId="1378477563" sldId="260"/>
        </pc:sldMkLst>
        <pc:picChg chg="del">
          <ac:chgData name="Simon Bates" userId="1adc488a-d7ea-4857-92e2-086f138ed9e4" providerId="ADAL" clId="{7534E34E-07F8-4213-8215-4B88C6C09CBF}" dt="2026-05-28T03:56:20.217" v="4" actId="478"/>
          <ac:picMkLst>
            <pc:docMk/>
            <pc:sldMk cId="1378477563" sldId="260"/>
            <ac:picMk id="3" creationId="{A3D9CFD3-3B2A-C899-55E2-99F5B7697EF6}"/>
          </ac:picMkLst>
        </pc:picChg>
        <pc:picChg chg="add">
          <ac:chgData name="Simon Bates" userId="1adc488a-d7ea-4857-92e2-086f138ed9e4" providerId="ADAL" clId="{7534E34E-07F8-4213-8215-4B88C6C09CBF}" dt="2026-05-28T03:58:35.477" v="5" actId="22"/>
          <ac:picMkLst>
            <pc:docMk/>
            <pc:sldMk cId="1378477563" sldId="260"/>
            <ac:picMk id="4" creationId="{392E152F-02C3-4FFA-3484-7CD79E89F8AC}"/>
          </ac:picMkLst>
        </pc:picChg>
      </pc:sldChg>
      <pc:sldChg chg="addSp delSp add mod">
        <pc:chgData name="Simon Bates" userId="1adc488a-d7ea-4857-92e2-086f138ed9e4" providerId="ADAL" clId="{7534E34E-07F8-4213-8215-4B88C6C09CBF}" dt="2026-05-28T04:01:59.135" v="8" actId="22"/>
        <pc:sldMkLst>
          <pc:docMk/>
          <pc:sldMk cId="3815357881" sldId="261"/>
        </pc:sldMkLst>
        <pc:picChg chg="add">
          <ac:chgData name="Simon Bates" userId="1adc488a-d7ea-4857-92e2-086f138ed9e4" providerId="ADAL" clId="{7534E34E-07F8-4213-8215-4B88C6C09CBF}" dt="2026-05-28T04:01:59.135" v="8" actId="22"/>
          <ac:picMkLst>
            <pc:docMk/>
            <pc:sldMk cId="3815357881" sldId="261"/>
            <ac:picMk id="3" creationId="{01FD6400-688A-A9AF-2AFB-2F441B66BF48}"/>
          </ac:picMkLst>
        </pc:picChg>
        <pc:picChg chg="del">
          <ac:chgData name="Simon Bates" userId="1adc488a-d7ea-4857-92e2-086f138ed9e4" providerId="ADAL" clId="{7534E34E-07F8-4213-8215-4B88C6C09CBF}" dt="2026-05-28T04:01:56.482" v="7" actId="478"/>
          <ac:picMkLst>
            <pc:docMk/>
            <pc:sldMk cId="3815357881" sldId="261"/>
            <ac:picMk id="4" creationId="{69746C8A-F117-D394-D858-533D0BF06C11}"/>
          </ac:picMkLst>
        </pc:picChg>
      </pc:sldChg>
      <pc:sldChg chg="addSp delSp add mod">
        <pc:chgData name="Simon Bates" userId="1adc488a-d7ea-4857-92e2-086f138ed9e4" providerId="ADAL" clId="{7534E34E-07F8-4213-8215-4B88C6C09CBF}" dt="2026-05-28T04:08:46.879" v="11" actId="22"/>
        <pc:sldMkLst>
          <pc:docMk/>
          <pc:sldMk cId="3114166325" sldId="262"/>
        </pc:sldMkLst>
        <pc:picChg chg="del">
          <ac:chgData name="Simon Bates" userId="1adc488a-d7ea-4857-92e2-086f138ed9e4" providerId="ADAL" clId="{7534E34E-07F8-4213-8215-4B88C6C09CBF}" dt="2026-05-28T04:07:37.828" v="10" actId="478"/>
          <ac:picMkLst>
            <pc:docMk/>
            <pc:sldMk cId="3114166325" sldId="262"/>
            <ac:picMk id="3" creationId="{264EDBAD-C82B-7E52-10C5-9411B590D3DC}"/>
          </ac:picMkLst>
        </pc:picChg>
        <pc:picChg chg="add">
          <ac:chgData name="Simon Bates" userId="1adc488a-d7ea-4857-92e2-086f138ed9e4" providerId="ADAL" clId="{7534E34E-07F8-4213-8215-4B88C6C09CBF}" dt="2026-05-28T04:08:46.879" v="11" actId="22"/>
          <ac:picMkLst>
            <pc:docMk/>
            <pc:sldMk cId="3114166325" sldId="262"/>
            <ac:picMk id="4" creationId="{AD2B45B0-ACBD-0ACE-CDD7-2F273DE3DF02}"/>
          </ac:picMkLst>
        </pc:picChg>
      </pc:sldChg>
      <pc:sldChg chg="addSp delSp add mod">
        <pc:chgData name="Simon Bates" userId="1adc488a-d7ea-4857-92e2-086f138ed9e4" providerId="ADAL" clId="{7534E34E-07F8-4213-8215-4B88C6C09CBF}" dt="2026-05-28T04:09:19.628" v="14" actId="22"/>
        <pc:sldMkLst>
          <pc:docMk/>
          <pc:sldMk cId="169635912" sldId="263"/>
        </pc:sldMkLst>
        <pc:picChg chg="add">
          <ac:chgData name="Simon Bates" userId="1adc488a-d7ea-4857-92e2-086f138ed9e4" providerId="ADAL" clId="{7534E34E-07F8-4213-8215-4B88C6C09CBF}" dt="2026-05-28T04:09:19.628" v="14" actId="22"/>
          <ac:picMkLst>
            <pc:docMk/>
            <pc:sldMk cId="169635912" sldId="263"/>
            <ac:picMk id="3" creationId="{5ECCEDCF-BAC9-C71F-CFDB-ACB4A9F9F420}"/>
          </ac:picMkLst>
        </pc:picChg>
        <pc:picChg chg="del">
          <ac:chgData name="Simon Bates" userId="1adc488a-d7ea-4857-92e2-086f138ed9e4" providerId="ADAL" clId="{7534E34E-07F8-4213-8215-4B88C6C09CBF}" dt="2026-05-28T04:08:56.181" v="13" actId="478"/>
          <ac:picMkLst>
            <pc:docMk/>
            <pc:sldMk cId="169635912" sldId="263"/>
            <ac:picMk id="4" creationId="{DA618985-C4E5-025E-DCE7-C4D7C6B09E11}"/>
          </ac:picMkLst>
        </pc:picChg>
      </pc:sldChg>
      <pc:sldChg chg="add">
        <pc:chgData name="Simon Bates" userId="1adc488a-d7ea-4857-92e2-086f138ed9e4" providerId="ADAL" clId="{7534E34E-07F8-4213-8215-4B88C6C09CBF}" dt="2026-05-28T04:12:16.201" v="15"/>
        <pc:sldMkLst>
          <pc:docMk/>
          <pc:sldMk cId="2728803059" sldId="264"/>
        </pc:sldMkLst>
      </pc:sldChg>
      <pc:sldChg chg="addSp delSp add mod">
        <pc:chgData name="Simon Bates" userId="1adc488a-d7ea-4857-92e2-086f138ed9e4" providerId="ADAL" clId="{7534E34E-07F8-4213-8215-4B88C6C09CBF}" dt="2026-05-28T04:14:41.528" v="18" actId="22"/>
        <pc:sldMkLst>
          <pc:docMk/>
          <pc:sldMk cId="3169991244" sldId="265"/>
        </pc:sldMkLst>
        <pc:picChg chg="del">
          <ac:chgData name="Simon Bates" userId="1adc488a-d7ea-4857-92e2-086f138ed9e4" providerId="ADAL" clId="{7534E34E-07F8-4213-8215-4B88C6C09CBF}" dt="2026-05-28T04:14:38.620" v="17" actId="478"/>
          <ac:picMkLst>
            <pc:docMk/>
            <pc:sldMk cId="3169991244" sldId="265"/>
            <ac:picMk id="3" creationId="{D0C22384-D9E7-A30B-EB83-B2102BA8AA43}"/>
          </ac:picMkLst>
        </pc:picChg>
        <pc:picChg chg="add">
          <ac:chgData name="Simon Bates" userId="1adc488a-d7ea-4857-92e2-086f138ed9e4" providerId="ADAL" clId="{7534E34E-07F8-4213-8215-4B88C6C09CBF}" dt="2026-05-28T04:14:41.528" v="18" actId="22"/>
          <ac:picMkLst>
            <pc:docMk/>
            <pc:sldMk cId="3169991244" sldId="265"/>
            <ac:picMk id="4" creationId="{54AEBCF7-D453-2FEF-CF67-6394B54DCDE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8EC82-5F2A-4EBF-AEE6-B2CE65FFE0E0}" type="datetimeFigureOut">
              <a:rPr lang="en-US" smtClean="0"/>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2A3AE4-83DA-45AC-8963-FDDBA99F359E}" type="slidenum">
              <a:rPr lang="en-US" smtClean="0"/>
              <a:t>‹#›</a:t>
            </a:fld>
            <a:endParaRPr lang="en-US"/>
          </a:p>
        </p:txBody>
      </p:sp>
    </p:spTree>
    <p:extLst>
      <p:ext uri="{BB962C8B-B14F-4D97-AF65-F5344CB8AC3E}">
        <p14:creationId xmlns:p14="http://schemas.microsoft.com/office/powerpoint/2010/main" val="575576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Genesis is about accelerating materials discovery with AI. In practice, that means running a fast loop between prediction, experimentation, and learning.</a:t>
            </a:r>
          </a:p>
          <a:p>
            <a:pPr marL="171450" indent="-171450">
              <a:buFont typeface="Arial" panose="020B0604020202020204" pitchFamily="34" charset="0"/>
              <a:buChar char="•"/>
            </a:pPr>
            <a:r>
              <a:rPr lang="en-US" dirty="0"/>
              <a:t>The most common failure mode is not the AI. It’s slow or inconsistent measurement and poorly structured data.</a:t>
            </a:r>
          </a:p>
          <a:p>
            <a:pPr marL="171450" indent="-171450">
              <a:buFont typeface="Arial" panose="020B0604020202020204" pitchFamily="34" charset="0"/>
              <a:buChar char="•"/>
            </a:pPr>
            <a:r>
              <a:rPr lang="en-US" dirty="0"/>
              <a:t>Our role is in the measurement-and-workflow layer that makes the loop reliable and scalable.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AE3BB8-2B66-4C64-BE3E-84BDA34882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5036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jpe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88948-5BC3-B1C3-4C68-4C3FA62C07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169546-C13E-331A-ABA5-F407B76DD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C0B91F-3849-3963-786E-3C847EE5A775}"/>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5" name="Footer Placeholder 4">
            <a:extLst>
              <a:ext uri="{FF2B5EF4-FFF2-40B4-BE49-F238E27FC236}">
                <a16:creationId xmlns:a16="http://schemas.microsoft.com/office/drawing/2014/main" id="{62566F76-930F-248F-FA0C-4BE267E5C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2D58BC-61DF-CE45-1721-99F8040AC620}"/>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3884554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A169F-D5DA-58A3-54D8-B8EA6ACF30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1665DA-452C-2BB2-A281-E3FAC13D28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5D53C6-0ABF-D6CE-843E-A7B1DCBB77D4}"/>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5" name="Footer Placeholder 4">
            <a:extLst>
              <a:ext uri="{FF2B5EF4-FFF2-40B4-BE49-F238E27FC236}">
                <a16:creationId xmlns:a16="http://schemas.microsoft.com/office/drawing/2014/main" id="{533004F8-E08B-DF9F-F85F-7CADB182C7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53C1D5-C731-01EC-807F-F0960415DBC6}"/>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54743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56C6B-42D4-F53C-1120-9FE6CD425D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11B5C4-A096-0E2A-AF47-AA59B62622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454E73-E6AB-C6E4-BE3A-B750EC3A6FFD}"/>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5" name="Footer Placeholder 4">
            <a:extLst>
              <a:ext uri="{FF2B5EF4-FFF2-40B4-BE49-F238E27FC236}">
                <a16:creationId xmlns:a16="http://schemas.microsoft.com/office/drawing/2014/main" id="{45F7E934-C9C5-97A2-A323-CC46CF0391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F9469-6DD3-7789-2263-5E5B924A7E84}"/>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2530288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1E2F4-075B-3CBE-3B01-CD289BACB6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645FE6-F50E-62AF-3BF3-26F8AC90F6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9BFB01-165D-D834-6BA0-6ECB4B12D8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4F90B5-9D31-9B46-2F14-69FB7CAF7536}"/>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6" name="Footer Placeholder 5">
            <a:extLst>
              <a:ext uri="{FF2B5EF4-FFF2-40B4-BE49-F238E27FC236}">
                <a16:creationId xmlns:a16="http://schemas.microsoft.com/office/drawing/2014/main" id="{E01460A7-38A8-912A-2FA5-B473EB2390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C4F420-8BE9-1D10-9D40-B86DE2D2E4BF}"/>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2475414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BEEAE-6840-9930-54E8-6A6EBA4AD8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7EFEFD8-DA8E-9AC3-222C-52CDC90EE0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7E9D18-F54E-27FD-21B1-39BCAE9E78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6A4A23-C035-FDB3-B8CC-AA0F93487C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E1FF6A-7091-956B-17CA-698C14444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FC4CB4-A5FA-FDF4-B862-DB666983DF13}"/>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8" name="Footer Placeholder 7">
            <a:extLst>
              <a:ext uri="{FF2B5EF4-FFF2-40B4-BE49-F238E27FC236}">
                <a16:creationId xmlns:a16="http://schemas.microsoft.com/office/drawing/2014/main" id="{990DB718-595E-6097-4E21-D71256DCFC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E44EA2-4ACB-864E-D747-68AEE110AE2D}"/>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242383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B9880-08C4-753F-7BEF-105EA1468C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FFDB67-6D16-E583-DBD6-E7B281CADC6F}"/>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4" name="Footer Placeholder 3">
            <a:extLst>
              <a:ext uri="{FF2B5EF4-FFF2-40B4-BE49-F238E27FC236}">
                <a16:creationId xmlns:a16="http://schemas.microsoft.com/office/drawing/2014/main" id="{D495EB02-FB68-780E-9125-6F6F5D395D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0A99BD-7BF4-6909-4685-2911657C4789}"/>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407608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FD1697-D731-B3D7-321A-8D884A5EE129}"/>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3" name="Footer Placeholder 2">
            <a:extLst>
              <a:ext uri="{FF2B5EF4-FFF2-40B4-BE49-F238E27FC236}">
                <a16:creationId xmlns:a16="http://schemas.microsoft.com/office/drawing/2014/main" id="{E24F6848-2261-742F-A974-33F2D1EF64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D3C528-1F84-38B5-238B-E9DFB52A86DF}"/>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928839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1D33E-4994-8440-E702-6725FAC9E7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069D55-34A2-1C69-1456-18AD5D5094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B38CB9-2939-993B-E8BA-DEC416D365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16653A-4917-36F8-0CE7-87B6212FDF33}"/>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6" name="Footer Placeholder 5">
            <a:extLst>
              <a:ext uri="{FF2B5EF4-FFF2-40B4-BE49-F238E27FC236}">
                <a16:creationId xmlns:a16="http://schemas.microsoft.com/office/drawing/2014/main" id="{8CA4796F-FD7D-5370-DEE9-E1B5D76317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0B10A5-2FE6-CB85-F97A-A645C377CB7F}"/>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516371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581D-E31F-226D-39B0-B5519B64E4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77C425-C17C-11C7-2154-42A2D961CE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245DF5-C629-89E0-FAC0-8A424AB8EB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9F6F35-F1C2-675E-20AA-24D86F76CF48}"/>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6" name="Footer Placeholder 5">
            <a:extLst>
              <a:ext uri="{FF2B5EF4-FFF2-40B4-BE49-F238E27FC236}">
                <a16:creationId xmlns:a16="http://schemas.microsoft.com/office/drawing/2014/main" id="{7324626E-6865-D6DE-E008-48F6A0995C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F03F3B-017B-E69D-81EF-5010D606882D}"/>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3301024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67773-B284-1DD2-A4FA-7DD0245A9C7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013D9F-5234-856E-954B-77DC145594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57234D-6466-0B03-B7B0-FBC7C7AF0AD4}"/>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5" name="Footer Placeholder 4">
            <a:extLst>
              <a:ext uri="{FF2B5EF4-FFF2-40B4-BE49-F238E27FC236}">
                <a16:creationId xmlns:a16="http://schemas.microsoft.com/office/drawing/2014/main" id="{4316A799-2B7E-4F80-DA8C-19C8A80860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0D5F4A-F273-1A31-B722-EEC32C51E10E}"/>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892772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F925D5-717D-544E-883A-D144DE3BEF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09F424-680C-2448-4FC3-C3EF4374E4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B14C5A-37C8-77AF-2C2F-A714B85D6299}"/>
              </a:ext>
            </a:extLst>
          </p:cNvPr>
          <p:cNvSpPr>
            <a:spLocks noGrp="1"/>
          </p:cNvSpPr>
          <p:nvPr>
            <p:ph type="dt" sz="half" idx="10"/>
          </p:nvPr>
        </p:nvSpPr>
        <p:spPr/>
        <p:txBody>
          <a:bodyPr/>
          <a:lstStyle/>
          <a:p>
            <a:fld id="{80E3FE88-06DE-49F1-9C10-2835B721C48F}" type="datetimeFigureOut">
              <a:rPr lang="en-US" smtClean="0"/>
              <a:t>5/26/2026</a:t>
            </a:fld>
            <a:endParaRPr lang="en-US"/>
          </a:p>
        </p:txBody>
      </p:sp>
      <p:sp>
        <p:nvSpPr>
          <p:cNvPr id="5" name="Footer Placeholder 4">
            <a:extLst>
              <a:ext uri="{FF2B5EF4-FFF2-40B4-BE49-F238E27FC236}">
                <a16:creationId xmlns:a16="http://schemas.microsoft.com/office/drawing/2014/main" id="{17DF1008-5179-36A1-0E95-9ED30D29F3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A9DEF8-DA09-56B1-8B4A-596FE2723AE2}"/>
              </a:ext>
            </a:extLst>
          </p:cNvPr>
          <p:cNvSpPr>
            <a:spLocks noGrp="1"/>
          </p:cNvSpPr>
          <p:nvPr>
            <p:ph type="sldNum" sz="quarter" idx="12"/>
          </p:nvPr>
        </p:nvSpPr>
        <p:spPr/>
        <p:txBody>
          <a:bodyPr/>
          <a:lstStyle/>
          <a:p>
            <a:fld id="{BE9A9BE9-AAD9-47C1-8C5E-6B4145C9FBC7}" type="slidenum">
              <a:rPr lang="en-US" smtClean="0"/>
              <a:t>‹#›</a:t>
            </a:fld>
            <a:endParaRPr lang="en-US"/>
          </a:p>
        </p:txBody>
      </p:sp>
    </p:spTree>
    <p:extLst>
      <p:ext uri="{BB962C8B-B14F-4D97-AF65-F5344CB8AC3E}">
        <p14:creationId xmlns:p14="http://schemas.microsoft.com/office/powerpoint/2010/main" val="1671301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8B5BC8-D34A-7921-87B2-FF339A3EA4FD}"/>
              </a:ext>
            </a:extLst>
          </p:cNvPr>
          <p:cNvSpPr>
            <a:spLocks noGrp="1"/>
          </p:cNvSpPr>
          <p:nvPr>
            <p:ph type="sldNum" sz="quarter" idx="10"/>
          </p:nvPr>
        </p:nvSpPr>
        <p:spPr/>
        <p:txBody>
          <a:bodyPr/>
          <a:lstStyle/>
          <a:p>
            <a:fld id="{D44D3F4E-7F9B-4AD4-ADA0-3F21E9F7E4F4}" type="slidenum">
              <a:rPr lang="en-US" smtClean="0"/>
              <a:pPr/>
              <a:t>‹#›</a:t>
            </a:fld>
            <a:endParaRPr lang="en-US" dirty="0"/>
          </a:p>
        </p:txBody>
      </p:sp>
      <p:sp>
        <p:nvSpPr>
          <p:cNvPr id="4" name="Footer Placeholder 4">
            <a:extLst>
              <a:ext uri="{FF2B5EF4-FFF2-40B4-BE49-F238E27FC236}">
                <a16:creationId xmlns:a16="http://schemas.microsoft.com/office/drawing/2014/main" id="{A1A32A39-4806-3CEB-2366-9ADB81F58038}"/>
              </a:ext>
            </a:extLst>
          </p:cNvPr>
          <p:cNvSpPr>
            <a:spLocks noGrp="1"/>
          </p:cNvSpPr>
          <p:nvPr>
            <p:ph type="ftr" sz="quarter" idx="3"/>
          </p:nvPr>
        </p:nvSpPr>
        <p:spPr>
          <a:xfrm>
            <a:off x="7937572" y="6478774"/>
            <a:ext cx="3399416" cy="300523"/>
          </a:xfrm>
          <a:prstGeom prst="rect">
            <a:avLst/>
          </a:prstGeom>
        </p:spPr>
        <p:txBody>
          <a:bodyPr vert="horz" lIns="0" tIns="45720" rIns="91440" bIns="45720" rtlCol="0" anchor="ctr"/>
          <a:lstStyle>
            <a:lvl1pPr algn="r">
              <a:defRPr sz="600" cap="all" baseline="0">
                <a:solidFill>
                  <a:schemeClr val="bg1"/>
                </a:solidFill>
                <a:latin typeface="+mj-lt"/>
              </a:defRPr>
            </a:lvl1pPr>
          </a:lstStyle>
          <a:p>
            <a:r>
              <a:rPr lang="en-US"/>
              <a:t>2026 - Rigaku Holdings Corporation and its Global Subsidiaries. All rights reserved.</a:t>
            </a:r>
            <a:endParaRPr lang="en-US" dirty="0"/>
          </a:p>
        </p:txBody>
      </p:sp>
      <p:sp>
        <p:nvSpPr>
          <p:cNvPr id="5" name="Slide Number Placeholder 5">
            <a:extLst>
              <a:ext uri="{FF2B5EF4-FFF2-40B4-BE49-F238E27FC236}">
                <a16:creationId xmlns:a16="http://schemas.microsoft.com/office/drawing/2014/main" id="{5763B08E-06AC-5953-029B-6F73E7DB508A}"/>
              </a:ext>
            </a:extLst>
          </p:cNvPr>
          <p:cNvSpPr txBox="1">
            <a:spLocks/>
          </p:cNvSpPr>
          <p:nvPr userDrawn="1"/>
        </p:nvSpPr>
        <p:spPr>
          <a:xfrm>
            <a:off x="11317628" y="6469406"/>
            <a:ext cx="413071" cy="311151"/>
          </a:xfrm>
          <a:prstGeom prst="rect">
            <a:avLst/>
          </a:prstGeom>
        </p:spPr>
        <p:txBody>
          <a:bodyPr vert="horz" lIns="91440" tIns="0" rIns="91440" bIns="0" rtlCol="0" anchor="ctr"/>
          <a:lstStyle>
            <a:defPPr>
              <a:defRPr lang="en-US"/>
            </a:defPPr>
            <a:lvl1pPr marL="0" algn="ctr" defTabSz="914400" rtl="0" eaLnBrk="1" latinLnBrk="0" hangingPunct="1">
              <a:defRPr sz="800" b="0" i="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4D3F4E-7F9B-4AD4-ADA0-3F21E9F7E4F4}" type="slidenum">
              <a:rPr lang="en-US" smtClean="0"/>
              <a:pPr/>
              <a:t>‹#›</a:t>
            </a:fld>
            <a:endParaRPr lang="en-US" dirty="0"/>
          </a:p>
        </p:txBody>
      </p:sp>
      <p:sp>
        <p:nvSpPr>
          <p:cNvPr id="6" name="Rectangle 5">
            <a:extLst>
              <a:ext uri="{FF2B5EF4-FFF2-40B4-BE49-F238E27FC236}">
                <a16:creationId xmlns:a16="http://schemas.microsoft.com/office/drawing/2014/main" id="{26048EEC-22F4-F3B8-DE67-D912A76DC300}"/>
              </a:ext>
            </a:extLst>
          </p:cNvPr>
          <p:cNvSpPr/>
          <p:nvPr userDrawn="1"/>
        </p:nvSpPr>
        <p:spPr>
          <a:xfrm>
            <a:off x="0" y="6310265"/>
            <a:ext cx="12192000" cy="547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7E14B827-6185-70B4-7900-DE40C8BB5048}"/>
              </a:ext>
            </a:extLst>
          </p:cNvPr>
          <p:cNvSpPr>
            <a:spLocks noGrp="1"/>
          </p:cNvSpPr>
          <p:nvPr>
            <p:ph type="body" sz="quarter" idx="15" hasCustomPrompt="1"/>
          </p:nvPr>
        </p:nvSpPr>
        <p:spPr>
          <a:xfrm>
            <a:off x="392938" y="4671391"/>
            <a:ext cx="11361740" cy="887896"/>
          </a:xfrm>
          <a:prstGeom prst="rect">
            <a:avLst/>
          </a:prstGeom>
        </p:spPr>
        <p:txBody>
          <a:bodyPr/>
          <a:lstStyle>
            <a:lvl1pPr marL="0" indent="0" algn="ctr">
              <a:lnSpc>
                <a:spcPct val="100000"/>
              </a:lnSpc>
              <a:buNone/>
              <a:defRPr sz="4800" b="1" i="0">
                <a:solidFill>
                  <a:srgbClr val="041E42"/>
                </a:solidFill>
                <a:latin typeface="Segoe UI" panose="020B0502040204020203" pitchFamily="34" charset="0"/>
                <a:cs typeface="Segoe UI" panose="020B0502040204020203" pitchFamily="34" charset="0"/>
              </a:defRPr>
            </a:lvl1pPr>
          </a:lstStyle>
          <a:p>
            <a:pPr lvl="0"/>
            <a:r>
              <a:rPr lang="en-US" dirty="0"/>
              <a:t>Cover page headline, click to edit</a:t>
            </a:r>
          </a:p>
        </p:txBody>
      </p:sp>
      <p:sp>
        <p:nvSpPr>
          <p:cNvPr id="8" name="Text Placeholder 6">
            <a:extLst>
              <a:ext uri="{FF2B5EF4-FFF2-40B4-BE49-F238E27FC236}">
                <a16:creationId xmlns:a16="http://schemas.microsoft.com/office/drawing/2014/main" id="{85B59C5E-8346-14F6-9CDD-5514371004A2}"/>
              </a:ext>
            </a:extLst>
          </p:cNvPr>
          <p:cNvSpPr>
            <a:spLocks noGrp="1"/>
          </p:cNvSpPr>
          <p:nvPr>
            <p:ph type="body" sz="quarter" idx="16" hasCustomPrompt="1"/>
          </p:nvPr>
        </p:nvSpPr>
        <p:spPr>
          <a:xfrm>
            <a:off x="392938" y="5612297"/>
            <a:ext cx="11361740" cy="622852"/>
          </a:xfrm>
          <a:prstGeom prst="rect">
            <a:avLst/>
          </a:prstGeom>
        </p:spPr>
        <p:txBody>
          <a:bodyPr/>
          <a:lstStyle>
            <a:lvl1pPr marL="0" indent="0" algn="ctr">
              <a:lnSpc>
                <a:spcPct val="100000"/>
              </a:lnSpc>
              <a:buNone/>
              <a:defRPr sz="3000" b="0" i="0">
                <a:solidFill>
                  <a:schemeClr val="tx1"/>
                </a:solidFill>
                <a:latin typeface="Segoe UI" panose="020B0502040204020203" pitchFamily="34" charset="0"/>
                <a:cs typeface="Segoe UI" panose="020B0502040204020203" pitchFamily="34" charset="0"/>
              </a:defRPr>
            </a:lvl1pPr>
          </a:lstStyle>
          <a:p>
            <a:pPr lvl="0"/>
            <a:r>
              <a:rPr lang="en-US" dirty="0"/>
              <a:t>Cover page subhead, click to edit</a:t>
            </a:r>
          </a:p>
        </p:txBody>
      </p:sp>
      <p:sp>
        <p:nvSpPr>
          <p:cNvPr id="10" name="TextBox 1">
            <a:extLst>
              <a:ext uri="{FF2B5EF4-FFF2-40B4-BE49-F238E27FC236}">
                <a16:creationId xmlns:a16="http://schemas.microsoft.com/office/drawing/2014/main" id="{40DA566D-FB86-142F-DB2D-403D942F8898}"/>
              </a:ext>
            </a:extLst>
          </p:cNvPr>
          <p:cNvSpPr txBox="1"/>
          <p:nvPr userDrawn="1"/>
        </p:nvSpPr>
        <p:spPr>
          <a:xfrm>
            <a:off x="229650" y="6420816"/>
            <a:ext cx="1068659" cy="253916"/>
          </a:xfrm>
          <a:prstGeom prst="rect">
            <a:avLst/>
          </a:prstGeom>
          <a:solidFill>
            <a:srgbClr val="E6E6E6"/>
          </a:solidFill>
        </p:spPr>
        <p:txBody>
          <a:bodyPr wrap="square" rtlCol="0">
            <a:spAutoFit/>
          </a:bodyPr>
          <a:lstStyle/>
          <a:p>
            <a:r>
              <a:rPr lang="en-US" sz="1050" dirty="0">
                <a:solidFill>
                  <a:srgbClr val="3F4443"/>
                </a:solidFill>
                <a:latin typeface="+mj-lt"/>
                <a:ea typeface="+mj-ea"/>
              </a:rPr>
              <a:t>CONFIDENTIAL</a:t>
            </a:r>
          </a:p>
        </p:txBody>
      </p:sp>
      <p:pic>
        <p:nvPicPr>
          <p:cNvPr id="12" name="Picture 11" descr="A close-up of water droplets on a periodic table&#10;&#10;AI-generated content may be incorrect.">
            <a:extLst>
              <a:ext uri="{FF2B5EF4-FFF2-40B4-BE49-F238E27FC236}">
                <a16:creationId xmlns:a16="http://schemas.microsoft.com/office/drawing/2014/main" id="{D7D016BF-3BEC-0031-E4BC-D64E4014ADDB}"/>
              </a:ext>
            </a:extLst>
          </p:cNvPr>
          <p:cNvPicPr>
            <a:picLocks noChangeAspect="1"/>
          </p:cNvPicPr>
          <p:nvPr userDrawn="1"/>
        </p:nvPicPr>
        <p:blipFill>
          <a:blip r:embed="rId2" cstate="screen">
            <a:extLst>
              <a:ext uri="{28A0092B-C50C-407E-A947-70E740481C1C}">
                <a14:useLocalDpi xmlns:a14="http://schemas.microsoft.com/office/drawing/2010/main"/>
              </a:ext>
            </a:extLst>
          </a:blip>
          <a:srcRect l="-32"/>
          <a:stretch>
            <a:fillRect/>
          </a:stretch>
        </p:blipFill>
        <p:spPr>
          <a:xfrm>
            <a:off x="0" y="635000"/>
            <a:ext cx="12192000" cy="3670300"/>
          </a:xfrm>
          <a:prstGeom prst="rect">
            <a:avLst/>
          </a:prstGeom>
        </p:spPr>
      </p:pic>
      <p:pic>
        <p:nvPicPr>
          <p:cNvPr id="13" name="Picture 12" descr="A molecule model made of water&#10;&#10;AI-generated content may be incorrect.">
            <a:extLst>
              <a:ext uri="{FF2B5EF4-FFF2-40B4-BE49-F238E27FC236}">
                <a16:creationId xmlns:a16="http://schemas.microsoft.com/office/drawing/2014/main" id="{8AD1729E-3785-0F51-21B0-0C81C6F64C6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3113547" y="622300"/>
            <a:ext cx="6099969" cy="4382619"/>
          </a:xfrm>
          <a:prstGeom prst="rect">
            <a:avLst/>
          </a:prstGeom>
        </p:spPr>
      </p:pic>
    </p:spTree>
    <p:extLst>
      <p:ext uri="{BB962C8B-B14F-4D97-AF65-F5344CB8AC3E}">
        <p14:creationId xmlns:p14="http://schemas.microsoft.com/office/powerpoint/2010/main" val="431389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8B5BC8-D34A-7921-87B2-FF339A3EA4FD}"/>
              </a:ext>
            </a:extLst>
          </p:cNvPr>
          <p:cNvSpPr>
            <a:spLocks noGrp="1"/>
          </p:cNvSpPr>
          <p:nvPr>
            <p:ph type="sldNum" sz="quarter" idx="10"/>
          </p:nvPr>
        </p:nvSpPr>
        <p:spPr/>
        <p:txBody>
          <a:bodyPr/>
          <a:lstStyle/>
          <a:p>
            <a:fld id="{D44D3F4E-7F9B-4AD4-ADA0-3F21E9F7E4F4}" type="slidenum">
              <a:rPr lang="en-US" smtClean="0"/>
              <a:pPr/>
              <a:t>‹#›</a:t>
            </a:fld>
            <a:endParaRPr lang="en-US" dirty="0"/>
          </a:p>
        </p:txBody>
      </p:sp>
      <p:sp>
        <p:nvSpPr>
          <p:cNvPr id="4" name="Footer Placeholder 4">
            <a:extLst>
              <a:ext uri="{FF2B5EF4-FFF2-40B4-BE49-F238E27FC236}">
                <a16:creationId xmlns:a16="http://schemas.microsoft.com/office/drawing/2014/main" id="{A1A32A39-4806-3CEB-2366-9ADB81F58038}"/>
              </a:ext>
            </a:extLst>
          </p:cNvPr>
          <p:cNvSpPr>
            <a:spLocks noGrp="1"/>
          </p:cNvSpPr>
          <p:nvPr>
            <p:ph type="ftr" sz="quarter" idx="3"/>
          </p:nvPr>
        </p:nvSpPr>
        <p:spPr>
          <a:xfrm>
            <a:off x="7937572" y="6478774"/>
            <a:ext cx="3399416" cy="300523"/>
          </a:xfrm>
          <a:prstGeom prst="rect">
            <a:avLst/>
          </a:prstGeom>
        </p:spPr>
        <p:txBody>
          <a:bodyPr vert="horz" lIns="0" tIns="45720" rIns="91440" bIns="45720" rtlCol="0" anchor="ctr"/>
          <a:lstStyle>
            <a:lvl1pPr algn="r">
              <a:defRPr sz="600" cap="all" baseline="0">
                <a:solidFill>
                  <a:schemeClr val="bg1"/>
                </a:solidFill>
                <a:latin typeface="+mj-lt"/>
              </a:defRPr>
            </a:lvl1pPr>
          </a:lstStyle>
          <a:p>
            <a:r>
              <a:rPr lang="en-US"/>
              <a:t>2026 - Rigaku Holdings Corporation and its Global Subsidiaries. All rights reserved.</a:t>
            </a:r>
            <a:endParaRPr lang="en-US" dirty="0"/>
          </a:p>
        </p:txBody>
      </p:sp>
      <p:sp>
        <p:nvSpPr>
          <p:cNvPr id="5" name="Slide Number Placeholder 5">
            <a:extLst>
              <a:ext uri="{FF2B5EF4-FFF2-40B4-BE49-F238E27FC236}">
                <a16:creationId xmlns:a16="http://schemas.microsoft.com/office/drawing/2014/main" id="{5763B08E-06AC-5953-029B-6F73E7DB508A}"/>
              </a:ext>
            </a:extLst>
          </p:cNvPr>
          <p:cNvSpPr txBox="1">
            <a:spLocks/>
          </p:cNvSpPr>
          <p:nvPr userDrawn="1"/>
        </p:nvSpPr>
        <p:spPr>
          <a:xfrm>
            <a:off x="11317628" y="6469406"/>
            <a:ext cx="413071" cy="311151"/>
          </a:xfrm>
          <a:prstGeom prst="rect">
            <a:avLst/>
          </a:prstGeom>
        </p:spPr>
        <p:txBody>
          <a:bodyPr vert="horz" lIns="91440" tIns="0" rIns="91440" bIns="0" rtlCol="0" anchor="ctr"/>
          <a:lstStyle>
            <a:defPPr>
              <a:defRPr lang="en-US"/>
            </a:defPPr>
            <a:lvl1pPr marL="0" algn="ctr" defTabSz="914400" rtl="0" eaLnBrk="1" latinLnBrk="0" hangingPunct="1">
              <a:defRPr sz="800" b="0" i="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44D3F4E-7F9B-4AD4-ADA0-3F21E9F7E4F4}" type="slidenum">
              <a:rPr lang="en-US" smtClean="0"/>
              <a:pPr/>
              <a:t>‹#›</a:t>
            </a:fld>
            <a:endParaRPr lang="en-US" dirty="0"/>
          </a:p>
        </p:txBody>
      </p:sp>
      <p:sp>
        <p:nvSpPr>
          <p:cNvPr id="6" name="Rectangle 5">
            <a:extLst>
              <a:ext uri="{FF2B5EF4-FFF2-40B4-BE49-F238E27FC236}">
                <a16:creationId xmlns:a16="http://schemas.microsoft.com/office/drawing/2014/main" id="{26048EEC-22F4-F3B8-DE67-D912A76DC300}"/>
              </a:ext>
            </a:extLst>
          </p:cNvPr>
          <p:cNvSpPr/>
          <p:nvPr userDrawn="1"/>
        </p:nvSpPr>
        <p:spPr>
          <a:xfrm>
            <a:off x="0" y="6310265"/>
            <a:ext cx="12192000" cy="547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7E14B827-6185-70B4-7900-DE40C8BB5048}"/>
              </a:ext>
            </a:extLst>
          </p:cNvPr>
          <p:cNvSpPr>
            <a:spLocks noGrp="1"/>
          </p:cNvSpPr>
          <p:nvPr>
            <p:ph type="body" sz="quarter" idx="15" hasCustomPrompt="1"/>
          </p:nvPr>
        </p:nvSpPr>
        <p:spPr>
          <a:xfrm>
            <a:off x="392938" y="4671391"/>
            <a:ext cx="11361740" cy="887896"/>
          </a:xfrm>
          <a:prstGeom prst="rect">
            <a:avLst/>
          </a:prstGeom>
        </p:spPr>
        <p:txBody>
          <a:bodyPr/>
          <a:lstStyle>
            <a:lvl1pPr marL="0" indent="0" algn="ctr">
              <a:lnSpc>
                <a:spcPct val="100000"/>
              </a:lnSpc>
              <a:buNone/>
              <a:defRPr sz="4800" b="1" i="0">
                <a:solidFill>
                  <a:srgbClr val="041E42"/>
                </a:solidFill>
                <a:latin typeface="Segoe UI" panose="020B0502040204020203" pitchFamily="34" charset="0"/>
                <a:cs typeface="Segoe UI" panose="020B0502040204020203" pitchFamily="34" charset="0"/>
              </a:defRPr>
            </a:lvl1pPr>
          </a:lstStyle>
          <a:p>
            <a:pPr lvl="0"/>
            <a:r>
              <a:rPr lang="en-US" dirty="0"/>
              <a:t>Cover page headline, click to edit</a:t>
            </a:r>
          </a:p>
        </p:txBody>
      </p:sp>
      <p:sp>
        <p:nvSpPr>
          <p:cNvPr id="8" name="Text Placeholder 6">
            <a:extLst>
              <a:ext uri="{FF2B5EF4-FFF2-40B4-BE49-F238E27FC236}">
                <a16:creationId xmlns:a16="http://schemas.microsoft.com/office/drawing/2014/main" id="{85B59C5E-8346-14F6-9CDD-5514371004A2}"/>
              </a:ext>
            </a:extLst>
          </p:cNvPr>
          <p:cNvSpPr>
            <a:spLocks noGrp="1"/>
          </p:cNvSpPr>
          <p:nvPr>
            <p:ph type="body" sz="quarter" idx="16" hasCustomPrompt="1"/>
          </p:nvPr>
        </p:nvSpPr>
        <p:spPr>
          <a:xfrm>
            <a:off x="392938" y="5612297"/>
            <a:ext cx="11361740" cy="622852"/>
          </a:xfrm>
          <a:prstGeom prst="rect">
            <a:avLst/>
          </a:prstGeom>
        </p:spPr>
        <p:txBody>
          <a:bodyPr/>
          <a:lstStyle>
            <a:lvl1pPr marL="0" indent="0" algn="ctr">
              <a:lnSpc>
                <a:spcPct val="100000"/>
              </a:lnSpc>
              <a:buNone/>
              <a:defRPr sz="3000" b="0" i="0">
                <a:solidFill>
                  <a:schemeClr val="tx1"/>
                </a:solidFill>
                <a:latin typeface="Segoe UI" panose="020B0502040204020203" pitchFamily="34" charset="0"/>
                <a:cs typeface="Segoe UI" panose="020B0502040204020203" pitchFamily="34" charset="0"/>
              </a:defRPr>
            </a:lvl1pPr>
          </a:lstStyle>
          <a:p>
            <a:pPr lvl="0"/>
            <a:r>
              <a:rPr lang="en-US" dirty="0"/>
              <a:t>Cover page subhead, click to edit</a:t>
            </a:r>
          </a:p>
        </p:txBody>
      </p:sp>
      <p:sp>
        <p:nvSpPr>
          <p:cNvPr id="10" name="TextBox 1">
            <a:extLst>
              <a:ext uri="{FF2B5EF4-FFF2-40B4-BE49-F238E27FC236}">
                <a16:creationId xmlns:a16="http://schemas.microsoft.com/office/drawing/2014/main" id="{40DA566D-FB86-142F-DB2D-403D942F8898}"/>
              </a:ext>
            </a:extLst>
          </p:cNvPr>
          <p:cNvSpPr txBox="1"/>
          <p:nvPr userDrawn="1"/>
        </p:nvSpPr>
        <p:spPr>
          <a:xfrm>
            <a:off x="229650" y="6420816"/>
            <a:ext cx="1068659" cy="253916"/>
          </a:xfrm>
          <a:prstGeom prst="rect">
            <a:avLst/>
          </a:prstGeom>
          <a:solidFill>
            <a:srgbClr val="E6E6E6"/>
          </a:solidFill>
        </p:spPr>
        <p:txBody>
          <a:bodyPr wrap="square" rtlCol="0">
            <a:spAutoFit/>
          </a:bodyPr>
          <a:lstStyle/>
          <a:p>
            <a:r>
              <a:rPr lang="en-US" sz="1050" dirty="0">
                <a:solidFill>
                  <a:srgbClr val="3F4443"/>
                </a:solidFill>
                <a:latin typeface="+mj-lt"/>
                <a:ea typeface="+mj-ea"/>
              </a:rPr>
              <a:t>CONFIDENTIAL</a:t>
            </a:r>
          </a:p>
        </p:txBody>
      </p:sp>
      <p:sp>
        <p:nvSpPr>
          <p:cNvPr id="9" name="Picture Placeholder 8">
            <a:extLst>
              <a:ext uri="{FF2B5EF4-FFF2-40B4-BE49-F238E27FC236}">
                <a16:creationId xmlns:a16="http://schemas.microsoft.com/office/drawing/2014/main" id="{260B3E44-478D-5CDC-7F6D-3D4554465234}"/>
              </a:ext>
            </a:extLst>
          </p:cNvPr>
          <p:cNvSpPr>
            <a:spLocks noGrp="1"/>
          </p:cNvSpPr>
          <p:nvPr>
            <p:ph type="pic" sz="quarter" idx="17"/>
          </p:nvPr>
        </p:nvSpPr>
        <p:spPr>
          <a:xfrm>
            <a:off x="0" y="635000"/>
            <a:ext cx="12192000" cy="3657600"/>
          </a:xfrm>
          <a:prstGeom prst="rect">
            <a:avLst/>
          </a:prstGeom>
        </p:spPr>
        <p:txBody>
          <a:bodyPr/>
          <a:lstStyle/>
          <a:p>
            <a:r>
              <a:rPr lang="en-US"/>
              <a:t>Click icon to add picture</a:t>
            </a:r>
          </a:p>
        </p:txBody>
      </p:sp>
    </p:spTree>
    <p:extLst>
      <p:ext uri="{BB962C8B-B14F-4D97-AF65-F5344CB8AC3E}">
        <p14:creationId xmlns:p14="http://schemas.microsoft.com/office/powerpoint/2010/main" val="8717428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ver Page - Vertical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A678AC-DA89-19D5-E67E-C887D7B9D8BB}"/>
              </a:ext>
            </a:extLst>
          </p:cNvPr>
          <p:cNvSpPr/>
          <p:nvPr userDrawn="1"/>
        </p:nvSpPr>
        <p:spPr>
          <a:xfrm>
            <a:off x="0" y="1"/>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6F7E6F91-D662-DA78-FFCE-F232EF20FA0B}"/>
              </a:ext>
            </a:extLst>
          </p:cNvPr>
          <p:cNvSpPr/>
          <p:nvPr userDrawn="1"/>
        </p:nvSpPr>
        <p:spPr>
          <a:xfrm>
            <a:off x="2127739" y="0"/>
            <a:ext cx="10064260" cy="6858000"/>
          </a:xfrm>
          <a:custGeom>
            <a:avLst/>
            <a:gdLst>
              <a:gd name="connsiteX0" fmla="*/ 0 w 10339058"/>
              <a:gd name="connsiteY0" fmla="*/ 0 h 6844420"/>
              <a:gd name="connsiteX1" fmla="*/ 7948943 w 10339058"/>
              <a:gd name="connsiteY1" fmla="*/ 0 h 6844420"/>
              <a:gd name="connsiteX2" fmla="*/ 10339058 w 10339058"/>
              <a:gd name="connsiteY2" fmla="*/ 2055137 h 6844420"/>
              <a:gd name="connsiteX3" fmla="*/ 10339058 w 10339058"/>
              <a:gd name="connsiteY3" fmla="*/ 6844420 h 6844420"/>
              <a:gd name="connsiteX4" fmla="*/ 2408222 w 10339058"/>
              <a:gd name="connsiteY4" fmla="*/ 6844420 h 6844420"/>
              <a:gd name="connsiteX5" fmla="*/ 4771177 w 10339058"/>
              <a:gd name="connsiteY5" fmla="*/ 4101220 h 6844420"/>
              <a:gd name="connsiteX6" fmla="*/ 0 w 10339058"/>
              <a:gd name="connsiteY6" fmla="*/ 0 h 6844420"/>
              <a:gd name="connsiteX0" fmla="*/ 0 w 11389091"/>
              <a:gd name="connsiteY0" fmla="*/ 0 h 7753594"/>
              <a:gd name="connsiteX1" fmla="*/ 8998976 w 11389091"/>
              <a:gd name="connsiteY1" fmla="*/ 909174 h 7753594"/>
              <a:gd name="connsiteX2" fmla="*/ 11389091 w 11389091"/>
              <a:gd name="connsiteY2" fmla="*/ 2964311 h 7753594"/>
              <a:gd name="connsiteX3" fmla="*/ 11389091 w 11389091"/>
              <a:gd name="connsiteY3" fmla="*/ 7753594 h 7753594"/>
              <a:gd name="connsiteX4" fmla="*/ 3458255 w 11389091"/>
              <a:gd name="connsiteY4" fmla="*/ 7753594 h 7753594"/>
              <a:gd name="connsiteX5" fmla="*/ 5821210 w 11389091"/>
              <a:gd name="connsiteY5" fmla="*/ 5010394 h 7753594"/>
              <a:gd name="connsiteX6" fmla="*/ 0 w 11389091"/>
              <a:gd name="connsiteY6" fmla="*/ 0 h 7753594"/>
              <a:gd name="connsiteX0" fmla="*/ 0 w 11389091"/>
              <a:gd name="connsiteY0" fmla="*/ 25611 h 7779205"/>
              <a:gd name="connsiteX1" fmla="*/ 7897722 w 11389091"/>
              <a:gd name="connsiteY1" fmla="*/ 0 h 7779205"/>
              <a:gd name="connsiteX2" fmla="*/ 11389091 w 11389091"/>
              <a:gd name="connsiteY2" fmla="*/ 2989922 h 7779205"/>
              <a:gd name="connsiteX3" fmla="*/ 11389091 w 11389091"/>
              <a:gd name="connsiteY3" fmla="*/ 7779205 h 7779205"/>
              <a:gd name="connsiteX4" fmla="*/ 3458255 w 11389091"/>
              <a:gd name="connsiteY4" fmla="*/ 7779205 h 7779205"/>
              <a:gd name="connsiteX5" fmla="*/ 5821210 w 11389091"/>
              <a:gd name="connsiteY5" fmla="*/ 5036005 h 7779205"/>
              <a:gd name="connsiteX6" fmla="*/ 0 w 11389091"/>
              <a:gd name="connsiteY6" fmla="*/ 25611 h 7779205"/>
              <a:gd name="connsiteX0" fmla="*/ 0 w 11416148"/>
              <a:gd name="connsiteY0" fmla="*/ 7573 h 7779205"/>
              <a:gd name="connsiteX1" fmla="*/ 7924779 w 11416148"/>
              <a:gd name="connsiteY1" fmla="*/ 0 h 7779205"/>
              <a:gd name="connsiteX2" fmla="*/ 11416148 w 11416148"/>
              <a:gd name="connsiteY2" fmla="*/ 2989922 h 7779205"/>
              <a:gd name="connsiteX3" fmla="*/ 11416148 w 11416148"/>
              <a:gd name="connsiteY3" fmla="*/ 7779205 h 7779205"/>
              <a:gd name="connsiteX4" fmla="*/ 3485312 w 11416148"/>
              <a:gd name="connsiteY4" fmla="*/ 7779205 h 7779205"/>
              <a:gd name="connsiteX5" fmla="*/ 5848267 w 11416148"/>
              <a:gd name="connsiteY5" fmla="*/ 5036005 h 7779205"/>
              <a:gd name="connsiteX6" fmla="*/ 0 w 11416148"/>
              <a:gd name="connsiteY6" fmla="*/ 7573 h 7779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16148" h="7779205">
                <a:moveTo>
                  <a:pt x="0" y="7573"/>
                </a:moveTo>
                <a:lnTo>
                  <a:pt x="7924779" y="0"/>
                </a:lnTo>
                <a:lnTo>
                  <a:pt x="11416148" y="2989922"/>
                </a:lnTo>
                <a:lnTo>
                  <a:pt x="11416148" y="7779205"/>
                </a:lnTo>
                <a:lnTo>
                  <a:pt x="3485312" y="7779205"/>
                </a:lnTo>
                <a:lnTo>
                  <a:pt x="5848267" y="5036005"/>
                </a:lnTo>
                <a:lnTo>
                  <a:pt x="0" y="75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 Placeholder 6">
            <a:extLst>
              <a:ext uri="{FF2B5EF4-FFF2-40B4-BE49-F238E27FC236}">
                <a16:creationId xmlns:a16="http://schemas.microsoft.com/office/drawing/2014/main" id="{D9A85199-739D-7A80-F601-F7E45F57BE5E}"/>
              </a:ext>
            </a:extLst>
          </p:cNvPr>
          <p:cNvSpPr>
            <a:spLocks noGrp="1"/>
          </p:cNvSpPr>
          <p:nvPr>
            <p:ph type="body" sz="quarter" idx="15" hasCustomPrompt="1"/>
          </p:nvPr>
        </p:nvSpPr>
        <p:spPr>
          <a:xfrm>
            <a:off x="392938" y="2112201"/>
            <a:ext cx="4069334" cy="2596959"/>
          </a:xfrm>
          <a:prstGeom prst="rect">
            <a:avLst/>
          </a:prstGeom>
        </p:spPr>
        <p:txBody>
          <a:bodyPr/>
          <a:lstStyle>
            <a:lvl1pPr marL="0" indent="0">
              <a:lnSpc>
                <a:spcPct val="100000"/>
              </a:lnSpc>
              <a:buNone/>
              <a:defRPr sz="5400" b="1" i="0">
                <a:solidFill>
                  <a:srgbClr val="041E42"/>
                </a:solidFill>
                <a:latin typeface="Segoe UI" panose="020B0502040204020203" pitchFamily="34" charset="0"/>
                <a:cs typeface="Segoe UI" panose="020B0502040204020203" pitchFamily="34" charset="0"/>
              </a:defRPr>
            </a:lvl1pPr>
          </a:lstStyle>
          <a:p>
            <a:pPr lvl="0"/>
            <a:r>
              <a:rPr lang="en-US" dirty="0"/>
              <a:t>Cover page headline, click to edit</a:t>
            </a:r>
          </a:p>
        </p:txBody>
      </p:sp>
      <p:sp>
        <p:nvSpPr>
          <p:cNvPr id="8" name="Text Placeholder 6">
            <a:extLst>
              <a:ext uri="{FF2B5EF4-FFF2-40B4-BE49-F238E27FC236}">
                <a16:creationId xmlns:a16="http://schemas.microsoft.com/office/drawing/2014/main" id="{919DEDE7-1F21-0C6A-1DF3-0559690A8E58}"/>
              </a:ext>
            </a:extLst>
          </p:cNvPr>
          <p:cNvSpPr>
            <a:spLocks noGrp="1"/>
          </p:cNvSpPr>
          <p:nvPr>
            <p:ph type="body" sz="quarter" idx="16" hasCustomPrompt="1"/>
          </p:nvPr>
        </p:nvSpPr>
        <p:spPr>
          <a:xfrm>
            <a:off x="392938" y="4724400"/>
            <a:ext cx="4087622" cy="1481391"/>
          </a:xfrm>
          <a:prstGeom prst="rect">
            <a:avLst/>
          </a:prstGeom>
        </p:spPr>
        <p:txBody>
          <a:bodyPr/>
          <a:lstStyle>
            <a:lvl1pPr marL="0" indent="0">
              <a:lnSpc>
                <a:spcPct val="100000"/>
              </a:lnSpc>
              <a:buNone/>
              <a:defRPr sz="3000" b="0" i="0">
                <a:solidFill>
                  <a:schemeClr val="tx1"/>
                </a:solidFill>
                <a:latin typeface="Segoe UI" panose="020B0502040204020203" pitchFamily="34" charset="0"/>
                <a:cs typeface="Segoe UI" panose="020B0502040204020203" pitchFamily="34" charset="0"/>
              </a:defRPr>
            </a:lvl1pPr>
          </a:lstStyle>
          <a:p>
            <a:pPr lvl="0"/>
            <a:r>
              <a:rPr lang="en-US" dirty="0"/>
              <a:t>Cover page subhead, click to edit</a:t>
            </a:r>
          </a:p>
        </p:txBody>
      </p:sp>
      <p:pic>
        <p:nvPicPr>
          <p:cNvPr id="3" name="図 2">
            <a:extLst>
              <a:ext uri="{FF2B5EF4-FFF2-40B4-BE49-F238E27FC236}">
                <a16:creationId xmlns:a16="http://schemas.microsoft.com/office/drawing/2014/main" id="{F8948CF7-3098-9EA5-F366-176B8F1A5721}"/>
              </a:ext>
            </a:extLst>
          </p:cNvPr>
          <p:cNvPicPr>
            <a:picLocks noChangeAspect="1"/>
          </p:cNvPicPr>
          <p:nvPr userDrawn="1"/>
        </p:nvPicPr>
        <p:blipFill>
          <a:blip r:embed="rId2"/>
          <a:stretch>
            <a:fillRect/>
          </a:stretch>
        </p:blipFill>
        <p:spPr>
          <a:xfrm>
            <a:off x="414000" y="1222327"/>
            <a:ext cx="2433828" cy="641604"/>
          </a:xfrm>
          <a:prstGeom prst="rect">
            <a:avLst/>
          </a:prstGeom>
        </p:spPr>
      </p:pic>
      <p:sp>
        <p:nvSpPr>
          <p:cNvPr id="2" name="TextBox 1">
            <a:extLst>
              <a:ext uri="{FF2B5EF4-FFF2-40B4-BE49-F238E27FC236}">
                <a16:creationId xmlns:a16="http://schemas.microsoft.com/office/drawing/2014/main" id="{99D02E7E-8EAF-5F92-93E6-7AB384602F26}"/>
              </a:ext>
            </a:extLst>
          </p:cNvPr>
          <p:cNvSpPr txBox="1"/>
          <p:nvPr userDrawn="1"/>
        </p:nvSpPr>
        <p:spPr>
          <a:xfrm>
            <a:off x="229650" y="6420816"/>
            <a:ext cx="1068659" cy="253916"/>
          </a:xfrm>
          <a:prstGeom prst="rect">
            <a:avLst/>
          </a:prstGeom>
          <a:solidFill>
            <a:srgbClr val="E6E6E6"/>
          </a:solidFill>
        </p:spPr>
        <p:txBody>
          <a:bodyPr wrap="square" rtlCol="0">
            <a:spAutoFit/>
          </a:bodyPr>
          <a:lstStyle/>
          <a:p>
            <a:r>
              <a:rPr lang="en-US" sz="1050" dirty="0">
                <a:solidFill>
                  <a:srgbClr val="3F4443"/>
                </a:solidFill>
                <a:latin typeface="+mj-lt"/>
                <a:ea typeface="+mj-ea"/>
              </a:rPr>
              <a:t>CONFIDENTIAL</a:t>
            </a:r>
          </a:p>
        </p:txBody>
      </p:sp>
    </p:spTree>
    <p:extLst>
      <p:ext uri="{BB962C8B-B14F-4D97-AF65-F5344CB8AC3E}">
        <p14:creationId xmlns:p14="http://schemas.microsoft.com/office/powerpoint/2010/main" val="777032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age - Produc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A678AC-DA89-19D5-E67E-C887D7B9D8BB}"/>
              </a:ext>
            </a:extLst>
          </p:cNvPr>
          <p:cNvSpPr/>
          <p:nvPr userDrawn="1"/>
        </p:nvSpPr>
        <p:spPr>
          <a:xfrm>
            <a:off x="0" y="1"/>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5">
            <a:extLst>
              <a:ext uri="{FF2B5EF4-FFF2-40B4-BE49-F238E27FC236}">
                <a16:creationId xmlns:a16="http://schemas.microsoft.com/office/drawing/2014/main" id="{6F7E6F91-D662-DA78-FFCE-F232EF20FA0B}"/>
              </a:ext>
            </a:extLst>
          </p:cNvPr>
          <p:cNvSpPr/>
          <p:nvPr userDrawn="1"/>
        </p:nvSpPr>
        <p:spPr>
          <a:xfrm>
            <a:off x="2127739" y="0"/>
            <a:ext cx="10064260" cy="6858000"/>
          </a:xfrm>
          <a:custGeom>
            <a:avLst/>
            <a:gdLst>
              <a:gd name="connsiteX0" fmla="*/ 0 w 10339058"/>
              <a:gd name="connsiteY0" fmla="*/ 0 h 6844420"/>
              <a:gd name="connsiteX1" fmla="*/ 7948943 w 10339058"/>
              <a:gd name="connsiteY1" fmla="*/ 0 h 6844420"/>
              <a:gd name="connsiteX2" fmla="*/ 10339058 w 10339058"/>
              <a:gd name="connsiteY2" fmla="*/ 2055137 h 6844420"/>
              <a:gd name="connsiteX3" fmla="*/ 10339058 w 10339058"/>
              <a:gd name="connsiteY3" fmla="*/ 6844420 h 6844420"/>
              <a:gd name="connsiteX4" fmla="*/ 2408222 w 10339058"/>
              <a:gd name="connsiteY4" fmla="*/ 6844420 h 6844420"/>
              <a:gd name="connsiteX5" fmla="*/ 4771177 w 10339058"/>
              <a:gd name="connsiteY5" fmla="*/ 4101220 h 6844420"/>
              <a:gd name="connsiteX6" fmla="*/ 0 w 10339058"/>
              <a:gd name="connsiteY6" fmla="*/ 0 h 6844420"/>
              <a:gd name="connsiteX0" fmla="*/ 0 w 11389091"/>
              <a:gd name="connsiteY0" fmla="*/ 0 h 7753594"/>
              <a:gd name="connsiteX1" fmla="*/ 8998976 w 11389091"/>
              <a:gd name="connsiteY1" fmla="*/ 909174 h 7753594"/>
              <a:gd name="connsiteX2" fmla="*/ 11389091 w 11389091"/>
              <a:gd name="connsiteY2" fmla="*/ 2964311 h 7753594"/>
              <a:gd name="connsiteX3" fmla="*/ 11389091 w 11389091"/>
              <a:gd name="connsiteY3" fmla="*/ 7753594 h 7753594"/>
              <a:gd name="connsiteX4" fmla="*/ 3458255 w 11389091"/>
              <a:gd name="connsiteY4" fmla="*/ 7753594 h 7753594"/>
              <a:gd name="connsiteX5" fmla="*/ 5821210 w 11389091"/>
              <a:gd name="connsiteY5" fmla="*/ 5010394 h 7753594"/>
              <a:gd name="connsiteX6" fmla="*/ 0 w 11389091"/>
              <a:gd name="connsiteY6" fmla="*/ 0 h 7753594"/>
              <a:gd name="connsiteX0" fmla="*/ 0 w 11389091"/>
              <a:gd name="connsiteY0" fmla="*/ 25611 h 7779205"/>
              <a:gd name="connsiteX1" fmla="*/ 7897722 w 11389091"/>
              <a:gd name="connsiteY1" fmla="*/ 0 h 7779205"/>
              <a:gd name="connsiteX2" fmla="*/ 11389091 w 11389091"/>
              <a:gd name="connsiteY2" fmla="*/ 2989922 h 7779205"/>
              <a:gd name="connsiteX3" fmla="*/ 11389091 w 11389091"/>
              <a:gd name="connsiteY3" fmla="*/ 7779205 h 7779205"/>
              <a:gd name="connsiteX4" fmla="*/ 3458255 w 11389091"/>
              <a:gd name="connsiteY4" fmla="*/ 7779205 h 7779205"/>
              <a:gd name="connsiteX5" fmla="*/ 5821210 w 11389091"/>
              <a:gd name="connsiteY5" fmla="*/ 5036005 h 7779205"/>
              <a:gd name="connsiteX6" fmla="*/ 0 w 11389091"/>
              <a:gd name="connsiteY6" fmla="*/ 25611 h 7779205"/>
              <a:gd name="connsiteX0" fmla="*/ 0 w 11416148"/>
              <a:gd name="connsiteY0" fmla="*/ 7573 h 7779205"/>
              <a:gd name="connsiteX1" fmla="*/ 7924779 w 11416148"/>
              <a:gd name="connsiteY1" fmla="*/ 0 h 7779205"/>
              <a:gd name="connsiteX2" fmla="*/ 11416148 w 11416148"/>
              <a:gd name="connsiteY2" fmla="*/ 2989922 h 7779205"/>
              <a:gd name="connsiteX3" fmla="*/ 11416148 w 11416148"/>
              <a:gd name="connsiteY3" fmla="*/ 7779205 h 7779205"/>
              <a:gd name="connsiteX4" fmla="*/ 3485312 w 11416148"/>
              <a:gd name="connsiteY4" fmla="*/ 7779205 h 7779205"/>
              <a:gd name="connsiteX5" fmla="*/ 5848267 w 11416148"/>
              <a:gd name="connsiteY5" fmla="*/ 5036005 h 7779205"/>
              <a:gd name="connsiteX6" fmla="*/ 0 w 11416148"/>
              <a:gd name="connsiteY6" fmla="*/ 7573 h 7779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16148" h="7779205">
                <a:moveTo>
                  <a:pt x="0" y="7573"/>
                </a:moveTo>
                <a:lnTo>
                  <a:pt x="7924779" y="0"/>
                </a:lnTo>
                <a:lnTo>
                  <a:pt x="11416148" y="2989922"/>
                </a:lnTo>
                <a:lnTo>
                  <a:pt x="11416148" y="7779205"/>
                </a:lnTo>
                <a:lnTo>
                  <a:pt x="3485312" y="7779205"/>
                </a:lnTo>
                <a:lnTo>
                  <a:pt x="5848267" y="5036005"/>
                </a:lnTo>
                <a:lnTo>
                  <a:pt x="0" y="75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D9A85199-739D-7A80-F601-F7E45F57BE5E}"/>
              </a:ext>
            </a:extLst>
          </p:cNvPr>
          <p:cNvSpPr>
            <a:spLocks noGrp="1"/>
          </p:cNvSpPr>
          <p:nvPr>
            <p:ph type="body" sz="quarter" idx="15" hasCustomPrompt="1"/>
          </p:nvPr>
        </p:nvSpPr>
        <p:spPr>
          <a:xfrm>
            <a:off x="392938" y="2112201"/>
            <a:ext cx="4069334" cy="2596959"/>
          </a:xfrm>
          <a:prstGeom prst="rect">
            <a:avLst/>
          </a:prstGeom>
        </p:spPr>
        <p:txBody>
          <a:bodyPr/>
          <a:lstStyle>
            <a:lvl1pPr marL="0" indent="0">
              <a:lnSpc>
                <a:spcPct val="100000"/>
              </a:lnSpc>
              <a:buNone/>
              <a:defRPr sz="5400" b="1" i="0">
                <a:solidFill>
                  <a:srgbClr val="041E42"/>
                </a:solidFill>
                <a:latin typeface="Segoe UI" panose="020B0502040204020203" pitchFamily="34" charset="0"/>
                <a:cs typeface="Segoe UI" panose="020B0502040204020203" pitchFamily="34" charset="0"/>
              </a:defRPr>
            </a:lvl1pPr>
          </a:lstStyle>
          <a:p>
            <a:pPr lvl="0"/>
            <a:r>
              <a:rPr lang="en-US" dirty="0"/>
              <a:t>Cover page headline, click to edit</a:t>
            </a:r>
          </a:p>
        </p:txBody>
      </p:sp>
      <p:sp>
        <p:nvSpPr>
          <p:cNvPr id="8" name="Text Placeholder 6">
            <a:extLst>
              <a:ext uri="{FF2B5EF4-FFF2-40B4-BE49-F238E27FC236}">
                <a16:creationId xmlns:a16="http://schemas.microsoft.com/office/drawing/2014/main" id="{919DEDE7-1F21-0C6A-1DF3-0559690A8E58}"/>
              </a:ext>
            </a:extLst>
          </p:cNvPr>
          <p:cNvSpPr>
            <a:spLocks noGrp="1"/>
          </p:cNvSpPr>
          <p:nvPr>
            <p:ph type="body" sz="quarter" idx="16" hasCustomPrompt="1"/>
          </p:nvPr>
        </p:nvSpPr>
        <p:spPr>
          <a:xfrm>
            <a:off x="392938" y="4724400"/>
            <a:ext cx="4087622" cy="1481391"/>
          </a:xfrm>
          <a:prstGeom prst="rect">
            <a:avLst/>
          </a:prstGeom>
        </p:spPr>
        <p:txBody>
          <a:bodyPr/>
          <a:lstStyle>
            <a:lvl1pPr marL="0" indent="0">
              <a:lnSpc>
                <a:spcPct val="100000"/>
              </a:lnSpc>
              <a:buNone/>
              <a:defRPr sz="3000" b="0" i="0">
                <a:solidFill>
                  <a:schemeClr val="tx1"/>
                </a:solidFill>
                <a:latin typeface="Segoe UI" panose="020B0502040204020203" pitchFamily="34" charset="0"/>
                <a:cs typeface="Segoe UI" panose="020B0502040204020203" pitchFamily="34" charset="0"/>
              </a:defRPr>
            </a:lvl1pPr>
          </a:lstStyle>
          <a:p>
            <a:pPr lvl="0"/>
            <a:r>
              <a:rPr lang="en-US" dirty="0"/>
              <a:t>Cover page subhead, click to edit</a:t>
            </a:r>
          </a:p>
        </p:txBody>
      </p:sp>
      <p:sp>
        <p:nvSpPr>
          <p:cNvPr id="11" name="Picture Placeholder 10">
            <a:extLst>
              <a:ext uri="{FF2B5EF4-FFF2-40B4-BE49-F238E27FC236}">
                <a16:creationId xmlns:a16="http://schemas.microsoft.com/office/drawing/2014/main" id="{DC87BAD9-3821-0E62-76C7-D1F0C5FE7EB2}"/>
              </a:ext>
            </a:extLst>
          </p:cNvPr>
          <p:cNvSpPr>
            <a:spLocks noGrp="1"/>
          </p:cNvSpPr>
          <p:nvPr>
            <p:ph type="pic" sz="quarter" idx="17" hasCustomPrompt="1"/>
          </p:nvPr>
        </p:nvSpPr>
        <p:spPr>
          <a:xfrm>
            <a:off x="5327725" y="2191871"/>
            <a:ext cx="4206240" cy="4023360"/>
          </a:xfrm>
          <a:prstGeom prst="rect">
            <a:avLst/>
          </a:prstGeom>
          <a:noFill/>
        </p:spPr>
        <p:txBody>
          <a:bodyPr anchor="ctr"/>
          <a:lstStyle>
            <a:lvl1pPr marL="0" indent="0" algn="ctr">
              <a:buNone/>
              <a:defRPr>
                <a:solidFill>
                  <a:schemeClr val="tx1"/>
                </a:solidFill>
              </a:defRPr>
            </a:lvl1pPr>
          </a:lstStyle>
          <a:p>
            <a:r>
              <a:rPr lang="en-US" dirty="0"/>
              <a:t>Click icon to insert product image</a:t>
            </a:r>
          </a:p>
        </p:txBody>
      </p:sp>
      <p:pic>
        <p:nvPicPr>
          <p:cNvPr id="3" name="図 2">
            <a:extLst>
              <a:ext uri="{FF2B5EF4-FFF2-40B4-BE49-F238E27FC236}">
                <a16:creationId xmlns:a16="http://schemas.microsoft.com/office/drawing/2014/main" id="{0258EC02-5322-328F-9B6E-BFBE09A8D4F3}"/>
              </a:ext>
            </a:extLst>
          </p:cNvPr>
          <p:cNvPicPr>
            <a:picLocks noChangeAspect="1"/>
          </p:cNvPicPr>
          <p:nvPr userDrawn="1"/>
        </p:nvPicPr>
        <p:blipFill>
          <a:blip r:embed="rId2"/>
          <a:stretch>
            <a:fillRect/>
          </a:stretch>
        </p:blipFill>
        <p:spPr>
          <a:xfrm>
            <a:off x="414000" y="1222327"/>
            <a:ext cx="2433828" cy="641604"/>
          </a:xfrm>
          <a:prstGeom prst="rect">
            <a:avLst/>
          </a:prstGeom>
        </p:spPr>
      </p:pic>
      <p:sp>
        <p:nvSpPr>
          <p:cNvPr id="2" name="TextBox 1">
            <a:extLst>
              <a:ext uri="{FF2B5EF4-FFF2-40B4-BE49-F238E27FC236}">
                <a16:creationId xmlns:a16="http://schemas.microsoft.com/office/drawing/2014/main" id="{053BF1ED-7AE9-C6E2-16B8-4975B5067511}"/>
              </a:ext>
            </a:extLst>
          </p:cNvPr>
          <p:cNvSpPr txBox="1"/>
          <p:nvPr userDrawn="1"/>
        </p:nvSpPr>
        <p:spPr>
          <a:xfrm>
            <a:off x="229650" y="6420816"/>
            <a:ext cx="1068659" cy="253916"/>
          </a:xfrm>
          <a:prstGeom prst="rect">
            <a:avLst/>
          </a:prstGeom>
          <a:solidFill>
            <a:srgbClr val="E6E6E6"/>
          </a:solidFill>
        </p:spPr>
        <p:txBody>
          <a:bodyPr wrap="square" rtlCol="0">
            <a:spAutoFit/>
          </a:bodyPr>
          <a:lstStyle/>
          <a:p>
            <a:r>
              <a:rPr lang="en-US" sz="1050" dirty="0">
                <a:solidFill>
                  <a:srgbClr val="3F4443"/>
                </a:solidFill>
                <a:latin typeface="+mj-lt"/>
                <a:ea typeface="+mj-ea"/>
              </a:rPr>
              <a:t>CONFIDENTIAL</a:t>
            </a:r>
          </a:p>
        </p:txBody>
      </p:sp>
    </p:spTree>
    <p:extLst>
      <p:ext uri="{BB962C8B-B14F-4D97-AF65-F5344CB8AC3E}">
        <p14:creationId xmlns:p14="http://schemas.microsoft.com/office/powerpoint/2010/main" val="24970413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age - Brand_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A678AC-DA89-19D5-E67E-C887D7B9D8BB}"/>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close-up of water droplets on a periodic table&#10;&#10;AI-generated content may be incorrect.">
            <a:extLst>
              <a:ext uri="{FF2B5EF4-FFF2-40B4-BE49-F238E27FC236}">
                <a16:creationId xmlns:a16="http://schemas.microsoft.com/office/drawing/2014/main" id="{E4294126-22BD-2295-9DA4-66815C37C03A}"/>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2717"/>
          <a:stretch>
            <a:fillRect/>
          </a:stretch>
        </p:blipFill>
        <p:spPr>
          <a:xfrm>
            <a:off x="2138400" y="0"/>
            <a:ext cx="10053601" cy="6861354"/>
          </a:xfrm>
          <a:prstGeom prst="rect">
            <a:avLst/>
          </a:prstGeom>
        </p:spPr>
      </p:pic>
      <p:sp>
        <p:nvSpPr>
          <p:cNvPr id="10" name="Freeform 9">
            <a:extLst>
              <a:ext uri="{FF2B5EF4-FFF2-40B4-BE49-F238E27FC236}">
                <a16:creationId xmlns:a16="http://schemas.microsoft.com/office/drawing/2014/main" id="{87DC6523-83AD-6A12-417B-8B983E694338}"/>
              </a:ext>
            </a:extLst>
          </p:cNvPr>
          <p:cNvSpPr/>
          <p:nvPr userDrawn="1"/>
        </p:nvSpPr>
        <p:spPr>
          <a:xfrm>
            <a:off x="-807" y="-13063"/>
            <a:ext cx="9220449" cy="6884126"/>
          </a:xfrm>
          <a:custGeom>
            <a:avLst/>
            <a:gdLst>
              <a:gd name="connsiteX0" fmla="*/ 10633 w 8080745"/>
              <a:gd name="connsiteY0" fmla="*/ 0 h 6858000"/>
              <a:gd name="connsiteX1" fmla="*/ 2775098 w 8080745"/>
              <a:gd name="connsiteY1" fmla="*/ 0 h 6858000"/>
              <a:gd name="connsiteX2" fmla="*/ 8080745 w 8080745"/>
              <a:gd name="connsiteY2" fmla="*/ 4550735 h 6858000"/>
              <a:gd name="connsiteX3" fmla="*/ 6049926 w 8080745"/>
              <a:gd name="connsiteY3" fmla="*/ 6858000 h 6858000"/>
              <a:gd name="connsiteX4" fmla="*/ 0 w 8080745"/>
              <a:gd name="connsiteY4" fmla="*/ 6858000 h 6858000"/>
              <a:gd name="connsiteX5" fmla="*/ 10633 w 8080745"/>
              <a:gd name="connsiteY5" fmla="*/ 0 h 6858000"/>
              <a:gd name="connsiteX0" fmla="*/ 8 w 9219652"/>
              <a:gd name="connsiteY0" fmla="*/ 0 h 6871063"/>
              <a:gd name="connsiteX1" fmla="*/ 3914005 w 9219652"/>
              <a:gd name="connsiteY1" fmla="*/ 13063 h 6871063"/>
              <a:gd name="connsiteX2" fmla="*/ 9219652 w 9219652"/>
              <a:gd name="connsiteY2" fmla="*/ 4563798 h 6871063"/>
              <a:gd name="connsiteX3" fmla="*/ 7188833 w 9219652"/>
              <a:gd name="connsiteY3" fmla="*/ 6871063 h 6871063"/>
              <a:gd name="connsiteX4" fmla="*/ 1138907 w 9219652"/>
              <a:gd name="connsiteY4" fmla="*/ 6871063 h 6871063"/>
              <a:gd name="connsiteX5" fmla="*/ 8 w 9219652"/>
              <a:gd name="connsiteY5" fmla="*/ 0 h 6871063"/>
              <a:gd name="connsiteX0" fmla="*/ 805 w 9220449"/>
              <a:gd name="connsiteY0" fmla="*/ 0 h 6884126"/>
              <a:gd name="connsiteX1" fmla="*/ 3914802 w 9220449"/>
              <a:gd name="connsiteY1" fmla="*/ 13063 h 6884126"/>
              <a:gd name="connsiteX2" fmla="*/ 9220449 w 9220449"/>
              <a:gd name="connsiteY2" fmla="*/ 4563798 h 6884126"/>
              <a:gd name="connsiteX3" fmla="*/ 7189630 w 9220449"/>
              <a:gd name="connsiteY3" fmla="*/ 6871063 h 6884126"/>
              <a:gd name="connsiteX4" fmla="*/ 3235 w 9220449"/>
              <a:gd name="connsiteY4" fmla="*/ 6884126 h 6884126"/>
              <a:gd name="connsiteX5" fmla="*/ 805 w 9220449"/>
              <a:gd name="connsiteY5" fmla="*/ 0 h 6884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20449" h="6884126">
                <a:moveTo>
                  <a:pt x="805" y="0"/>
                </a:moveTo>
                <a:lnTo>
                  <a:pt x="3914802" y="13063"/>
                </a:lnTo>
                <a:lnTo>
                  <a:pt x="9220449" y="4563798"/>
                </a:lnTo>
                <a:lnTo>
                  <a:pt x="7189630" y="6871063"/>
                </a:lnTo>
                <a:lnTo>
                  <a:pt x="3235" y="6884126"/>
                </a:lnTo>
                <a:cubicBezTo>
                  <a:pt x="6779" y="4598126"/>
                  <a:pt x="-2739" y="2286000"/>
                  <a:pt x="805"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B77C1449-F30B-10BF-8146-D607A8D49F08}"/>
              </a:ext>
            </a:extLst>
          </p:cNvPr>
          <p:cNvSpPr/>
          <p:nvPr userDrawn="1"/>
        </p:nvSpPr>
        <p:spPr>
          <a:xfrm>
            <a:off x="3087172" y="0"/>
            <a:ext cx="6148755" cy="4970584"/>
          </a:xfrm>
          <a:custGeom>
            <a:avLst/>
            <a:gdLst>
              <a:gd name="connsiteX0" fmla="*/ 0 w 6151418"/>
              <a:gd name="connsiteY0" fmla="*/ 0 h 4979324"/>
              <a:gd name="connsiteX1" fmla="*/ 839585 w 6151418"/>
              <a:gd name="connsiteY1" fmla="*/ 0 h 4979324"/>
              <a:gd name="connsiteX2" fmla="*/ 6151418 w 6151418"/>
              <a:gd name="connsiteY2" fmla="*/ 4555375 h 4979324"/>
              <a:gd name="connsiteX3" fmla="*/ 5769033 w 6151418"/>
              <a:gd name="connsiteY3" fmla="*/ 4979324 h 4979324"/>
              <a:gd name="connsiteX4" fmla="*/ 0 w 6151418"/>
              <a:gd name="connsiteY4" fmla="*/ 0 h 4979324"/>
              <a:gd name="connsiteX0" fmla="*/ 0 w 6104861"/>
              <a:gd name="connsiteY0" fmla="*/ 40767 h 4979324"/>
              <a:gd name="connsiteX1" fmla="*/ 793028 w 6104861"/>
              <a:gd name="connsiteY1" fmla="*/ 0 h 4979324"/>
              <a:gd name="connsiteX2" fmla="*/ 6104861 w 6104861"/>
              <a:gd name="connsiteY2" fmla="*/ 4555375 h 4979324"/>
              <a:gd name="connsiteX3" fmla="*/ 5722476 w 6104861"/>
              <a:gd name="connsiteY3" fmla="*/ 4979324 h 4979324"/>
              <a:gd name="connsiteX4" fmla="*/ 0 w 6104861"/>
              <a:gd name="connsiteY4" fmla="*/ 40767 h 4979324"/>
              <a:gd name="connsiteX0" fmla="*/ 0 w 6104861"/>
              <a:gd name="connsiteY0" fmla="*/ 0 h 4938557"/>
              <a:gd name="connsiteX1" fmla="*/ 845405 w 6104861"/>
              <a:gd name="connsiteY1" fmla="*/ 5823 h 4938557"/>
              <a:gd name="connsiteX2" fmla="*/ 6104861 w 6104861"/>
              <a:gd name="connsiteY2" fmla="*/ 4514608 h 4938557"/>
              <a:gd name="connsiteX3" fmla="*/ 5722476 w 6104861"/>
              <a:gd name="connsiteY3" fmla="*/ 4938557 h 4938557"/>
              <a:gd name="connsiteX4" fmla="*/ 0 w 6104861"/>
              <a:gd name="connsiteY4" fmla="*/ 0 h 4938557"/>
              <a:gd name="connsiteX0" fmla="*/ 0 w 6104861"/>
              <a:gd name="connsiteY0" fmla="*/ 0 h 4938557"/>
              <a:gd name="connsiteX1" fmla="*/ 839696 w 6104861"/>
              <a:gd name="connsiteY1" fmla="*/ 109 h 4938557"/>
              <a:gd name="connsiteX2" fmla="*/ 6104861 w 6104861"/>
              <a:gd name="connsiteY2" fmla="*/ 4514608 h 4938557"/>
              <a:gd name="connsiteX3" fmla="*/ 5722476 w 6104861"/>
              <a:gd name="connsiteY3" fmla="*/ 4938557 h 4938557"/>
              <a:gd name="connsiteX4" fmla="*/ 0 w 6104861"/>
              <a:gd name="connsiteY4" fmla="*/ 0 h 4938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4861" h="4938557">
                <a:moveTo>
                  <a:pt x="0" y="0"/>
                </a:moveTo>
                <a:lnTo>
                  <a:pt x="839696" y="109"/>
                </a:lnTo>
                <a:lnTo>
                  <a:pt x="6104861" y="4514608"/>
                </a:lnTo>
                <a:lnTo>
                  <a:pt x="5722476" y="4938557"/>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1DB5C1F-58C8-1F55-71B0-265C88BB9CAA}"/>
              </a:ext>
            </a:extLst>
          </p:cNvPr>
          <p:cNvSpPr txBox="1"/>
          <p:nvPr userDrawn="1"/>
        </p:nvSpPr>
        <p:spPr>
          <a:xfrm>
            <a:off x="363984" y="6498454"/>
            <a:ext cx="3062797" cy="246221"/>
          </a:xfrm>
          <a:prstGeom prst="rect">
            <a:avLst/>
          </a:prstGeom>
          <a:noFill/>
        </p:spPr>
        <p:txBody>
          <a:bodyPr wrap="square" rtlCol="0">
            <a:spAutoFit/>
          </a:bodyPr>
          <a:lstStyle/>
          <a:p>
            <a:r>
              <a:rPr lang="en-US" sz="1000" dirty="0">
                <a:solidFill>
                  <a:schemeClr val="bg1"/>
                </a:solidFill>
                <a:latin typeface="+mj-ea"/>
                <a:ea typeface="+mj-ea"/>
              </a:rPr>
              <a:t>CONFIDENTIAL</a:t>
            </a:r>
          </a:p>
        </p:txBody>
      </p:sp>
      <p:sp>
        <p:nvSpPr>
          <p:cNvPr id="16" name="Text Placeholder 6">
            <a:extLst>
              <a:ext uri="{FF2B5EF4-FFF2-40B4-BE49-F238E27FC236}">
                <a16:creationId xmlns:a16="http://schemas.microsoft.com/office/drawing/2014/main" id="{D3ABC1C4-ABB0-00C0-25C6-B253ED4084DF}"/>
              </a:ext>
            </a:extLst>
          </p:cNvPr>
          <p:cNvSpPr>
            <a:spLocks noGrp="1"/>
          </p:cNvSpPr>
          <p:nvPr>
            <p:ph type="body" sz="quarter" idx="15" hasCustomPrompt="1"/>
          </p:nvPr>
        </p:nvSpPr>
        <p:spPr>
          <a:xfrm>
            <a:off x="392938" y="2112201"/>
            <a:ext cx="5759668" cy="2596959"/>
          </a:xfrm>
          <a:prstGeom prst="rect">
            <a:avLst/>
          </a:prstGeom>
        </p:spPr>
        <p:txBody>
          <a:bodyPr/>
          <a:lstStyle>
            <a:lvl1pPr marL="0" indent="0">
              <a:lnSpc>
                <a:spcPct val="100000"/>
              </a:lnSpc>
              <a:buNone/>
              <a:defRPr sz="5400" b="1" i="0">
                <a:solidFill>
                  <a:schemeClr val="bg1"/>
                </a:solidFill>
                <a:latin typeface="Segoe UI" panose="020B0502040204020203" pitchFamily="34" charset="0"/>
                <a:cs typeface="Segoe UI" panose="020B0502040204020203" pitchFamily="34" charset="0"/>
              </a:defRPr>
            </a:lvl1pPr>
          </a:lstStyle>
          <a:p>
            <a:pPr lvl="0"/>
            <a:r>
              <a:rPr lang="en-US" dirty="0"/>
              <a:t>Cover page headline, click </a:t>
            </a:r>
            <a:br>
              <a:rPr lang="en-US" dirty="0"/>
            </a:br>
            <a:r>
              <a:rPr lang="en-US" dirty="0"/>
              <a:t>to edit</a:t>
            </a:r>
          </a:p>
        </p:txBody>
      </p:sp>
      <p:sp>
        <p:nvSpPr>
          <p:cNvPr id="17" name="Text Placeholder 6">
            <a:extLst>
              <a:ext uri="{FF2B5EF4-FFF2-40B4-BE49-F238E27FC236}">
                <a16:creationId xmlns:a16="http://schemas.microsoft.com/office/drawing/2014/main" id="{6E958A3A-43F3-1EE8-29E9-BDC2157172CF}"/>
              </a:ext>
            </a:extLst>
          </p:cNvPr>
          <p:cNvSpPr>
            <a:spLocks noGrp="1"/>
          </p:cNvSpPr>
          <p:nvPr>
            <p:ph type="body" sz="quarter" idx="16" hasCustomPrompt="1"/>
          </p:nvPr>
        </p:nvSpPr>
        <p:spPr>
          <a:xfrm>
            <a:off x="392937" y="4724400"/>
            <a:ext cx="5785553" cy="1481391"/>
          </a:xfrm>
          <a:prstGeom prst="rect">
            <a:avLst/>
          </a:prstGeom>
        </p:spPr>
        <p:txBody>
          <a:bodyPr/>
          <a:lstStyle>
            <a:lvl1pPr marL="0" indent="0">
              <a:lnSpc>
                <a:spcPct val="100000"/>
              </a:lnSpc>
              <a:buNone/>
              <a:defRPr sz="3000" b="0" i="0">
                <a:solidFill>
                  <a:schemeClr val="bg1"/>
                </a:solidFill>
                <a:latin typeface="Segoe UI" panose="020B0502040204020203" pitchFamily="34" charset="0"/>
                <a:cs typeface="Segoe UI" panose="020B0502040204020203" pitchFamily="34" charset="0"/>
              </a:defRPr>
            </a:lvl1pPr>
          </a:lstStyle>
          <a:p>
            <a:pPr lvl="0"/>
            <a:r>
              <a:rPr lang="en-US" dirty="0"/>
              <a:t>Cover page subhead, click to edit</a:t>
            </a:r>
          </a:p>
        </p:txBody>
      </p:sp>
      <p:pic>
        <p:nvPicPr>
          <p:cNvPr id="24" name="Picture 23" descr="A molecule model made of water&#10;&#10;AI-generated content may be incorrect.">
            <a:extLst>
              <a:ext uri="{FF2B5EF4-FFF2-40B4-BE49-F238E27FC236}">
                <a16:creationId xmlns:a16="http://schemas.microsoft.com/office/drawing/2014/main" id="{4013EF4C-753E-BBB9-DC75-B4260666B785}"/>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364747" y="959736"/>
            <a:ext cx="6099969" cy="5886683"/>
          </a:xfrm>
          <a:prstGeom prst="rect">
            <a:avLst/>
          </a:prstGeom>
        </p:spPr>
      </p:pic>
      <p:pic>
        <p:nvPicPr>
          <p:cNvPr id="26" name="Picture 25">
            <a:extLst>
              <a:ext uri="{FF2B5EF4-FFF2-40B4-BE49-F238E27FC236}">
                <a16:creationId xmlns:a16="http://schemas.microsoft.com/office/drawing/2014/main" id="{F86DBE41-EFBB-DE1A-2213-BC8276DB1CB4}"/>
              </a:ext>
            </a:extLst>
          </p:cNvPr>
          <p:cNvPicPr>
            <a:picLocks noChangeAspect="1"/>
          </p:cNvPicPr>
          <p:nvPr userDrawn="1"/>
        </p:nvPicPr>
        <p:blipFill>
          <a:blip r:embed="rId4"/>
          <a:stretch>
            <a:fillRect/>
          </a:stretch>
        </p:blipFill>
        <p:spPr>
          <a:xfrm>
            <a:off x="485504" y="1115741"/>
            <a:ext cx="2244634" cy="445809"/>
          </a:xfrm>
          <a:prstGeom prst="rect">
            <a:avLst/>
          </a:prstGeom>
        </p:spPr>
      </p:pic>
    </p:spTree>
    <p:extLst>
      <p:ext uri="{BB962C8B-B14F-4D97-AF65-F5344CB8AC3E}">
        <p14:creationId xmlns:p14="http://schemas.microsoft.com/office/powerpoint/2010/main" val="8447484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Page - Brand_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A678AC-DA89-19D5-E67E-C887D7B9D8BB}"/>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Picture Placeholder 10">
            <a:extLst>
              <a:ext uri="{FF2B5EF4-FFF2-40B4-BE49-F238E27FC236}">
                <a16:creationId xmlns:a16="http://schemas.microsoft.com/office/drawing/2014/main" id="{C5522523-88F6-76BC-3AB6-95B013561394}"/>
              </a:ext>
            </a:extLst>
          </p:cNvPr>
          <p:cNvSpPr>
            <a:spLocks noGrp="1"/>
          </p:cNvSpPr>
          <p:nvPr>
            <p:ph type="pic" sz="quarter" idx="17"/>
          </p:nvPr>
        </p:nvSpPr>
        <p:spPr>
          <a:xfrm>
            <a:off x="3930295" y="0"/>
            <a:ext cx="8261705" cy="6858000"/>
          </a:xfrm>
          <a:custGeom>
            <a:avLst/>
            <a:gdLst>
              <a:gd name="connsiteX0" fmla="*/ 0 w 8325394"/>
              <a:gd name="connsiteY0" fmla="*/ 0 h 6858000"/>
              <a:gd name="connsiteX1" fmla="*/ 8325394 w 8325394"/>
              <a:gd name="connsiteY1" fmla="*/ 0 h 6858000"/>
              <a:gd name="connsiteX2" fmla="*/ 8325394 w 8325394"/>
              <a:gd name="connsiteY2" fmla="*/ 6858000 h 6858000"/>
              <a:gd name="connsiteX3" fmla="*/ 0 w 8325394"/>
              <a:gd name="connsiteY3" fmla="*/ 6858000 h 6858000"/>
              <a:gd name="connsiteX4" fmla="*/ 0 w 8325394"/>
              <a:gd name="connsiteY4" fmla="*/ 0 h 6858000"/>
              <a:gd name="connsiteX0" fmla="*/ 0 w 8325394"/>
              <a:gd name="connsiteY0" fmla="*/ 0 h 6858000"/>
              <a:gd name="connsiteX1" fmla="*/ 8325394 w 8325394"/>
              <a:gd name="connsiteY1" fmla="*/ 0 h 6858000"/>
              <a:gd name="connsiteX2" fmla="*/ 8325394 w 8325394"/>
              <a:gd name="connsiteY2" fmla="*/ 6858000 h 6858000"/>
              <a:gd name="connsiteX3" fmla="*/ 0 w 8325394"/>
              <a:gd name="connsiteY3" fmla="*/ 6858000 h 6858000"/>
              <a:gd name="connsiteX4" fmla="*/ 5332258 w 8325394"/>
              <a:gd name="connsiteY4" fmla="*/ 4517136 h 6858000"/>
              <a:gd name="connsiteX5" fmla="*/ 0 w 8325394"/>
              <a:gd name="connsiteY5" fmla="*/ 0 h 6858000"/>
              <a:gd name="connsiteX0" fmla="*/ 0 w 8325394"/>
              <a:gd name="connsiteY0" fmla="*/ 0 h 6858000"/>
              <a:gd name="connsiteX1" fmla="*/ 8325394 w 8325394"/>
              <a:gd name="connsiteY1" fmla="*/ 0 h 6858000"/>
              <a:gd name="connsiteX2" fmla="*/ 8325394 w 8325394"/>
              <a:gd name="connsiteY2" fmla="*/ 6858000 h 6858000"/>
              <a:gd name="connsiteX3" fmla="*/ 3322320 w 8325394"/>
              <a:gd name="connsiteY3" fmla="*/ 6851904 h 6858000"/>
              <a:gd name="connsiteX4" fmla="*/ 5332258 w 8325394"/>
              <a:gd name="connsiteY4" fmla="*/ 4517136 h 6858000"/>
              <a:gd name="connsiteX5" fmla="*/ 0 w 8325394"/>
              <a:gd name="connsiteY5" fmla="*/ 0 h 6858000"/>
              <a:gd name="connsiteX0" fmla="*/ 0 w 8325394"/>
              <a:gd name="connsiteY0" fmla="*/ 0 h 6858000"/>
              <a:gd name="connsiteX1" fmla="*/ 8325394 w 8325394"/>
              <a:gd name="connsiteY1" fmla="*/ 0 h 6858000"/>
              <a:gd name="connsiteX2" fmla="*/ 8325394 w 8325394"/>
              <a:gd name="connsiteY2" fmla="*/ 6858000 h 6858000"/>
              <a:gd name="connsiteX3" fmla="*/ 3322320 w 8325394"/>
              <a:gd name="connsiteY3" fmla="*/ 6851904 h 6858000"/>
              <a:gd name="connsiteX4" fmla="*/ 5332258 w 8325394"/>
              <a:gd name="connsiteY4" fmla="*/ 4517136 h 6858000"/>
              <a:gd name="connsiteX5" fmla="*/ 0 w 8325394"/>
              <a:gd name="connsiteY5" fmla="*/ 0 h 6858000"/>
              <a:gd name="connsiteX0" fmla="*/ 0 w 8325394"/>
              <a:gd name="connsiteY0" fmla="*/ 0 h 6858000"/>
              <a:gd name="connsiteX1" fmla="*/ 8325394 w 8325394"/>
              <a:gd name="connsiteY1" fmla="*/ 0 h 6858000"/>
              <a:gd name="connsiteX2" fmla="*/ 8325394 w 8325394"/>
              <a:gd name="connsiteY2" fmla="*/ 6858000 h 6858000"/>
              <a:gd name="connsiteX3" fmla="*/ 3322320 w 8325394"/>
              <a:gd name="connsiteY3" fmla="*/ 6851904 h 6858000"/>
              <a:gd name="connsiteX4" fmla="*/ 5332258 w 8325394"/>
              <a:gd name="connsiteY4" fmla="*/ 4517136 h 6858000"/>
              <a:gd name="connsiteX5" fmla="*/ 0 w 8325394"/>
              <a:gd name="connsiteY5" fmla="*/ 0 h 6858000"/>
              <a:gd name="connsiteX0" fmla="*/ 0 w 8325394"/>
              <a:gd name="connsiteY0" fmla="*/ 0 h 6858000"/>
              <a:gd name="connsiteX1" fmla="*/ 8325394 w 8325394"/>
              <a:gd name="connsiteY1" fmla="*/ 0 h 6858000"/>
              <a:gd name="connsiteX2" fmla="*/ 8325394 w 8325394"/>
              <a:gd name="connsiteY2" fmla="*/ 6858000 h 6858000"/>
              <a:gd name="connsiteX3" fmla="*/ 3322320 w 8325394"/>
              <a:gd name="connsiteY3" fmla="*/ 6851904 h 6858000"/>
              <a:gd name="connsiteX4" fmla="*/ 5356642 w 8325394"/>
              <a:gd name="connsiteY4" fmla="*/ 4553712 h 6858000"/>
              <a:gd name="connsiteX5" fmla="*/ 0 w 8325394"/>
              <a:gd name="connsiteY5" fmla="*/ 0 h 6858000"/>
              <a:gd name="connsiteX0" fmla="*/ 0 w 8325394"/>
              <a:gd name="connsiteY0" fmla="*/ 0 h 6858000"/>
              <a:gd name="connsiteX1" fmla="*/ 8325394 w 8325394"/>
              <a:gd name="connsiteY1" fmla="*/ 0 h 6858000"/>
              <a:gd name="connsiteX2" fmla="*/ 8325394 w 8325394"/>
              <a:gd name="connsiteY2" fmla="*/ 6858000 h 6858000"/>
              <a:gd name="connsiteX3" fmla="*/ 3322320 w 8325394"/>
              <a:gd name="connsiteY3" fmla="*/ 6851904 h 6858000"/>
              <a:gd name="connsiteX4" fmla="*/ 5356642 w 8325394"/>
              <a:gd name="connsiteY4" fmla="*/ 4553712 h 6858000"/>
              <a:gd name="connsiteX5" fmla="*/ 0 w 8325394"/>
              <a:gd name="connsiteY5" fmla="*/ 0 h 6858000"/>
              <a:gd name="connsiteX0" fmla="*/ 0 w 8325394"/>
              <a:gd name="connsiteY0" fmla="*/ 0 h 6858000"/>
              <a:gd name="connsiteX1" fmla="*/ 8325394 w 8325394"/>
              <a:gd name="connsiteY1" fmla="*/ 0 h 6858000"/>
              <a:gd name="connsiteX2" fmla="*/ 8325394 w 8325394"/>
              <a:gd name="connsiteY2" fmla="*/ 6858000 h 6858000"/>
              <a:gd name="connsiteX3" fmla="*/ 3322320 w 8325394"/>
              <a:gd name="connsiteY3" fmla="*/ 6851904 h 6858000"/>
              <a:gd name="connsiteX4" fmla="*/ 5356642 w 8325394"/>
              <a:gd name="connsiteY4" fmla="*/ 4553712 h 6858000"/>
              <a:gd name="connsiteX5" fmla="*/ 0 w 8325394"/>
              <a:gd name="connsiteY5" fmla="*/ 0 h 6858000"/>
              <a:gd name="connsiteX0" fmla="*/ 0 w 8325394"/>
              <a:gd name="connsiteY0" fmla="*/ 0 h 6858000"/>
              <a:gd name="connsiteX1" fmla="*/ 8325394 w 8325394"/>
              <a:gd name="connsiteY1" fmla="*/ 0 h 6858000"/>
              <a:gd name="connsiteX2" fmla="*/ 8325394 w 8325394"/>
              <a:gd name="connsiteY2" fmla="*/ 6858000 h 6858000"/>
              <a:gd name="connsiteX3" fmla="*/ 3322320 w 8325394"/>
              <a:gd name="connsiteY3" fmla="*/ 6851904 h 6858000"/>
              <a:gd name="connsiteX4" fmla="*/ 5365740 w 8325394"/>
              <a:gd name="connsiteY4" fmla="*/ 4544613 h 6858000"/>
              <a:gd name="connsiteX5" fmla="*/ 0 w 8325394"/>
              <a:gd name="connsiteY5" fmla="*/ 0 h 6858000"/>
              <a:gd name="connsiteX0" fmla="*/ 0 w 8261705"/>
              <a:gd name="connsiteY0" fmla="*/ 0 h 6858000"/>
              <a:gd name="connsiteX1" fmla="*/ 8261705 w 8261705"/>
              <a:gd name="connsiteY1" fmla="*/ 0 h 6858000"/>
              <a:gd name="connsiteX2" fmla="*/ 8261705 w 8261705"/>
              <a:gd name="connsiteY2" fmla="*/ 6858000 h 6858000"/>
              <a:gd name="connsiteX3" fmla="*/ 3258631 w 8261705"/>
              <a:gd name="connsiteY3" fmla="*/ 6851904 h 6858000"/>
              <a:gd name="connsiteX4" fmla="*/ 5302051 w 8261705"/>
              <a:gd name="connsiteY4" fmla="*/ 4544613 h 6858000"/>
              <a:gd name="connsiteX5" fmla="*/ 0 w 8261705"/>
              <a:gd name="connsiteY5" fmla="*/ 0 h 6858000"/>
              <a:gd name="connsiteX0" fmla="*/ 0 w 8261705"/>
              <a:gd name="connsiteY0" fmla="*/ 0 h 6858000"/>
              <a:gd name="connsiteX1" fmla="*/ 8261705 w 8261705"/>
              <a:gd name="connsiteY1" fmla="*/ 0 h 6858000"/>
              <a:gd name="connsiteX2" fmla="*/ 8261705 w 8261705"/>
              <a:gd name="connsiteY2" fmla="*/ 6858000 h 6858000"/>
              <a:gd name="connsiteX3" fmla="*/ 3258631 w 8261705"/>
              <a:gd name="connsiteY3" fmla="*/ 6851904 h 6858000"/>
              <a:gd name="connsiteX4" fmla="*/ 5292526 w 8261705"/>
              <a:gd name="connsiteY4" fmla="*/ 4541438 h 6858000"/>
              <a:gd name="connsiteX5" fmla="*/ 0 w 8261705"/>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1705" h="6858000">
                <a:moveTo>
                  <a:pt x="0" y="0"/>
                </a:moveTo>
                <a:lnTo>
                  <a:pt x="8261705" y="0"/>
                </a:lnTo>
                <a:lnTo>
                  <a:pt x="8261705" y="6858000"/>
                </a:lnTo>
                <a:lnTo>
                  <a:pt x="3258631" y="6851904"/>
                </a:lnTo>
                <a:lnTo>
                  <a:pt x="5292526" y="4541438"/>
                </a:lnTo>
                <a:lnTo>
                  <a:pt x="0" y="0"/>
                </a:lnTo>
                <a:close/>
              </a:path>
            </a:pathLst>
          </a:custGeom>
          <a:noFill/>
        </p:spPr>
        <p:txBody>
          <a:bodyPr anchor="ctr"/>
          <a:lstStyle>
            <a:lvl1pPr marL="0" indent="0" algn="ctr">
              <a:buNone/>
              <a:defRPr>
                <a:solidFill>
                  <a:schemeClr val="tx1"/>
                </a:solidFill>
              </a:defRPr>
            </a:lvl1pPr>
          </a:lstStyle>
          <a:p>
            <a:r>
              <a:rPr lang="en-US"/>
              <a:t>Click icon to add picture</a:t>
            </a:r>
            <a:endParaRPr lang="en-US" dirty="0"/>
          </a:p>
        </p:txBody>
      </p:sp>
      <p:sp>
        <p:nvSpPr>
          <p:cNvPr id="10" name="Freeform 9">
            <a:extLst>
              <a:ext uri="{FF2B5EF4-FFF2-40B4-BE49-F238E27FC236}">
                <a16:creationId xmlns:a16="http://schemas.microsoft.com/office/drawing/2014/main" id="{87DC6523-83AD-6A12-417B-8B983E694338}"/>
              </a:ext>
            </a:extLst>
          </p:cNvPr>
          <p:cNvSpPr/>
          <p:nvPr userDrawn="1"/>
        </p:nvSpPr>
        <p:spPr>
          <a:xfrm>
            <a:off x="-807" y="-13063"/>
            <a:ext cx="9220449" cy="6884126"/>
          </a:xfrm>
          <a:custGeom>
            <a:avLst/>
            <a:gdLst>
              <a:gd name="connsiteX0" fmla="*/ 10633 w 8080745"/>
              <a:gd name="connsiteY0" fmla="*/ 0 h 6858000"/>
              <a:gd name="connsiteX1" fmla="*/ 2775098 w 8080745"/>
              <a:gd name="connsiteY1" fmla="*/ 0 h 6858000"/>
              <a:gd name="connsiteX2" fmla="*/ 8080745 w 8080745"/>
              <a:gd name="connsiteY2" fmla="*/ 4550735 h 6858000"/>
              <a:gd name="connsiteX3" fmla="*/ 6049926 w 8080745"/>
              <a:gd name="connsiteY3" fmla="*/ 6858000 h 6858000"/>
              <a:gd name="connsiteX4" fmla="*/ 0 w 8080745"/>
              <a:gd name="connsiteY4" fmla="*/ 6858000 h 6858000"/>
              <a:gd name="connsiteX5" fmla="*/ 10633 w 8080745"/>
              <a:gd name="connsiteY5" fmla="*/ 0 h 6858000"/>
              <a:gd name="connsiteX0" fmla="*/ 8 w 9219652"/>
              <a:gd name="connsiteY0" fmla="*/ 0 h 6871063"/>
              <a:gd name="connsiteX1" fmla="*/ 3914005 w 9219652"/>
              <a:gd name="connsiteY1" fmla="*/ 13063 h 6871063"/>
              <a:gd name="connsiteX2" fmla="*/ 9219652 w 9219652"/>
              <a:gd name="connsiteY2" fmla="*/ 4563798 h 6871063"/>
              <a:gd name="connsiteX3" fmla="*/ 7188833 w 9219652"/>
              <a:gd name="connsiteY3" fmla="*/ 6871063 h 6871063"/>
              <a:gd name="connsiteX4" fmla="*/ 1138907 w 9219652"/>
              <a:gd name="connsiteY4" fmla="*/ 6871063 h 6871063"/>
              <a:gd name="connsiteX5" fmla="*/ 8 w 9219652"/>
              <a:gd name="connsiteY5" fmla="*/ 0 h 6871063"/>
              <a:gd name="connsiteX0" fmla="*/ 805 w 9220449"/>
              <a:gd name="connsiteY0" fmla="*/ 0 h 6884126"/>
              <a:gd name="connsiteX1" fmla="*/ 3914802 w 9220449"/>
              <a:gd name="connsiteY1" fmla="*/ 13063 h 6884126"/>
              <a:gd name="connsiteX2" fmla="*/ 9220449 w 9220449"/>
              <a:gd name="connsiteY2" fmla="*/ 4563798 h 6884126"/>
              <a:gd name="connsiteX3" fmla="*/ 7189630 w 9220449"/>
              <a:gd name="connsiteY3" fmla="*/ 6871063 h 6884126"/>
              <a:gd name="connsiteX4" fmla="*/ 3235 w 9220449"/>
              <a:gd name="connsiteY4" fmla="*/ 6884126 h 6884126"/>
              <a:gd name="connsiteX5" fmla="*/ 805 w 9220449"/>
              <a:gd name="connsiteY5" fmla="*/ 0 h 6884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20449" h="6884126">
                <a:moveTo>
                  <a:pt x="805" y="0"/>
                </a:moveTo>
                <a:lnTo>
                  <a:pt x="3914802" y="13063"/>
                </a:lnTo>
                <a:lnTo>
                  <a:pt x="9220449" y="4563798"/>
                </a:lnTo>
                <a:lnTo>
                  <a:pt x="7189630" y="6871063"/>
                </a:lnTo>
                <a:lnTo>
                  <a:pt x="3235" y="6884126"/>
                </a:lnTo>
                <a:cubicBezTo>
                  <a:pt x="6779" y="4598126"/>
                  <a:pt x="-2739" y="2286000"/>
                  <a:pt x="805"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B77C1449-F30B-10BF-8146-D607A8D49F08}"/>
              </a:ext>
            </a:extLst>
          </p:cNvPr>
          <p:cNvSpPr/>
          <p:nvPr userDrawn="1"/>
        </p:nvSpPr>
        <p:spPr>
          <a:xfrm>
            <a:off x="3087172" y="0"/>
            <a:ext cx="6148755" cy="4970584"/>
          </a:xfrm>
          <a:custGeom>
            <a:avLst/>
            <a:gdLst>
              <a:gd name="connsiteX0" fmla="*/ 0 w 6151418"/>
              <a:gd name="connsiteY0" fmla="*/ 0 h 4979324"/>
              <a:gd name="connsiteX1" fmla="*/ 839585 w 6151418"/>
              <a:gd name="connsiteY1" fmla="*/ 0 h 4979324"/>
              <a:gd name="connsiteX2" fmla="*/ 6151418 w 6151418"/>
              <a:gd name="connsiteY2" fmla="*/ 4555375 h 4979324"/>
              <a:gd name="connsiteX3" fmla="*/ 5769033 w 6151418"/>
              <a:gd name="connsiteY3" fmla="*/ 4979324 h 4979324"/>
              <a:gd name="connsiteX4" fmla="*/ 0 w 6151418"/>
              <a:gd name="connsiteY4" fmla="*/ 0 h 4979324"/>
              <a:gd name="connsiteX0" fmla="*/ 0 w 6104861"/>
              <a:gd name="connsiteY0" fmla="*/ 40767 h 4979324"/>
              <a:gd name="connsiteX1" fmla="*/ 793028 w 6104861"/>
              <a:gd name="connsiteY1" fmla="*/ 0 h 4979324"/>
              <a:gd name="connsiteX2" fmla="*/ 6104861 w 6104861"/>
              <a:gd name="connsiteY2" fmla="*/ 4555375 h 4979324"/>
              <a:gd name="connsiteX3" fmla="*/ 5722476 w 6104861"/>
              <a:gd name="connsiteY3" fmla="*/ 4979324 h 4979324"/>
              <a:gd name="connsiteX4" fmla="*/ 0 w 6104861"/>
              <a:gd name="connsiteY4" fmla="*/ 40767 h 4979324"/>
              <a:gd name="connsiteX0" fmla="*/ 0 w 6104861"/>
              <a:gd name="connsiteY0" fmla="*/ 0 h 4938557"/>
              <a:gd name="connsiteX1" fmla="*/ 845405 w 6104861"/>
              <a:gd name="connsiteY1" fmla="*/ 5823 h 4938557"/>
              <a:gd name="connsiteX2" fmla="*/ 6104861 w 6104861"/>
              <a:gd name="connsiteY2" fmla="*/ 4514608 h 4938557"/>
              <a:gd name="connsiteX3" fmla="*/ 5722476 w 6104861"/>
              <a:gd name="connsiteY3" fmla="*/ 4938557 h 4938557"/>
              <a:gd name="connsiteX4" fmla="*/ 0 w 6104861"/>
              <a:gd name="connsiteY4" fmla="*/ 0 h 4938557"/>
              <a:gd name="connsiteX0" fmla="*/ 0 w 6104861"/>
              <a:gd name="connsiteY0" fmla="*/ 0 h 4938557"/>
              <a:gd name="connsiteX1" fmla="*/ 839696 w 6104861"/>
              <a:gd name="connsiteY1" fmla="*/ 109 h 4938557"/>
              <a:gd name="connsiteX2" fmla="*/ 6104861 w 6104861"/>
              <a:gd name="connsiteY2" fmla="*/ 4514608 h 4938557"/>
              <a:gd name="connsiteX3" fmla="*/ 5722476 w 6104861"/>
              <a:gd name="connsiteY3" fmla="*/ 4938557 h 4938557"/>
              <a:gd name="connsiteX4" fmla="*/ 0 w 6104861"/>
              <a:gd name="connsiteY4" fmla="*/ 0 h 4938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4861" h="4938557">
                <a:moveTo>
                  <a:pt x="0" y="0"/>
                </a:moveTo>
                <a:lnTo>
                  <a:pt x="839696" y="109"/>
                </a:lnTo>
                <a:lnTo>
                  <a:pt x="6104861" y="4514608"/>
                </a:lnTo>
                <a:lnTo>
                  <a:pt x="5722476" y="4938557"/>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1DB5C1F-58C8-1F55-71B0-265C88BB9CAA}"/>
              </a:ext>
            </a:extLst>
          </p:cNvPr>
          <p:cNvSpPr txBox="1"/>
          <p:nvPr userDrawn="1"/>
        </p:nvSpPr>
        <p:spPr>
          <a:xfrm>
            <a:off x="363984" y="6498454"/>
            <a:ext cx="3062797" cy="246221"/>
          </a:xfrm>
          <a:prstGeom prst="rect">
            <a:avLst/>
          </a:prstGeom>
          <a:noFill/>
        </p:spPr>
        <p:txBody>
          <a:bodyPr wrap="square" rtlCol="0">
            <a:spAutoFit/>
          </a:bodyPr>
          <a:lstStyle/>
          <a:p>
            <a:r>
              <a:rPr lang="en-US" sz="1000" dirty="0">
                <a:solidFill>
                  <a:schemeClr val="bg1"/>
                </a:solidFill>
                <a:latin typeface="+mj-ea"/>
                <a:ea typeface="+mj-ea"/>
              </a:rPr>
              <a:t>CONFIDENTIAL</a:t>
            </a:r>
          </a:p>
        </p:txBody>
      </p:sp>
      <p:pic>
        <p:nvPicPr>
          <p:cNvPr id="14" name="Picture 13">
            <a:extLst>
              <a:ext uri="{FF2B5EF4-FFF2-40B4-BE49-F238E27FC236}">
                <a16:creationId xmlns:a16="http://schemas.microsoft.com/office/drawing/2014/main" id="{6E5E79BF-C4DD-3D06-D8B3-CCA49E79D79C}"/>
              </a:ext>
            </a:extLst>
          </p:cNvPr>
          <p:cNvPicPr>
            <a:picLocks noChangeAspect="1"/>
          </p:cNvPicPr>
          <p:nvPr userDrawn="1"/>
        </p:nvPicPr>
        <p:blipFill>
          <a:blip r:embed="rId2"/>
          <a:stretch>
            <a:fillRect/>
          </a:stretch>
        </p:blipFill>
        <p:spPr>
          <a:xfrm>
            <a:off x="485504" y="1115741"/>
            <a:ext cx="2244634" cy="445809"/>
          </a:xfrm>
          <a:prstGeom prst="rect">
            <a:avLst/>
          </a:prstGeom>
        </p:spPr>
      </p:pic>
      <p:sp>
        <p:nvSpPr>
          <p:cNvPr id="3" name="Text Placeholder 6">
            <a:extLst>
              <a:ext uri="{FF2B5EF4-FFF2-40B4-BE49-F238E27FC236}">
                <a16:creationId xmlns:a16="http://schemas.microsoft.com/office/drawing/2014/main" id="{C9F353F7-D0AA-DEFE-EDFE-17CB2BCF51FD}"/>
              </a:ext>
            </a:extLst>
          </p:cNvPr>
          <p:cNvSpPr>
            <a:spLocks noGrp="1"/>
          </p:cNvSpPr>
          <p:nvPr>
            <p:ph type="body" sz="quarter" idx="15" hasCustomPrompt="1"/>
          </p:nvPr>
        </p:nvSpPr>
        <p:spPr>
          <a:xfrm>
            <a:off x="392938" y="2112201"/>
            <a:ext cx="5759668" cy="2596959"/>
          </a:xfrm>
          <a:prstGeom prst="rect">
            <a:avLst/>
          </a:prstGeom>
        </p:spPr>
        <p:txBody>
          <a:bodyPr/>
          <a:lstStyle>
            <a:lvl1pPr marL="0" indent="0">
              <a:lnSpc>
                <a:spcPct val="100000"/>
              </a:lnSpc>
              <a:buNone/>
              <a:defRPr sz="5400" b="1" i="0">
                <a:solidFill>
                  <a:schemeClr val="bg1"/>
                </a:solidFill>
                <a:latin typeface="Segoe UI" panose="020B0502040204020203" pitchFamily="34" charset="0"/>
                <a:cs typeface="Segoe UI" panose="020B0502040204020203" pitchFamily="34" charset="0"/>
              </a:defRPr>
            </a:lvl1pPr>
          </a:lstStyle>
          <a:p>
            <a:pPr lvl="0"/>
            <a:r>
              <a:rPr lang="en-US" dirty="0"/>
              <a:t>Cover page headline, click </a:t>
            </a:r>
            <a:br>
              <a:rPr lang="en-US" dirty="0"/>
            </a:br>
            <a:r>
              <a:rPr lang="en-US" dirty="0"/>
              <a:t>to edit</a:t>
            </a:r>
          </a:p>
        </p:txBody>
      </p:sp>
      <p:sp>
        <p:nvSpPr>
          <p:cNvPr id="4" name="Text Placeholder 6">
            <a:extLst>
              <a:ext uri="{FF2B5EF4-FFF2-40B4-BE49-F238E27FC236}">
                <a16:creationId xmlns:a16="http://schemas.microsoft.com/office/drawing/2014/main" id="{313616E8-2FFC-3279-2672-A02E2BE144EE}"/>
              </a:ext>
            </a:extLst>
          </p:cNvPr>
          <p:cNvSpPr>
            <a:spLocks noGrp="1"/>
          </p:cNvSpPr>
          <p:nvPr>
            <p:ph type="body" sz="quarter" idx="16" hasCustomPrompt="1"/>
          </p:nvPr>
        </p:nvSpPr>
        <p:spPr>
          <a:xfrm>
            <a:off x="392937" y="4724400"/>
            <a:ext cx="5785553" cy="1481391"/>
          </a:xfrm>
          <a:prstGeom prst="rect">
            <a:avLst/>
          </a:prstGeom>
        </p:spPr>
        <p:txBody>
          <a:bodyPr/>
          <a:lstStyle>
            <a:lvl1pPr marL="0" indent="0">
              <a:lnSpc>
                <a:spcPct val="100000"/>
              </a:lnSpc>
              <a:buNone/>
              <a:defRPr sz="3000" b="0" i="0">
                <a:solidFill>
                  <a:schemeClr val="bg1"/>
                </a:solidFill>
                <a:latin typeface="Segoe UI" panose="020B0502040204020203" pitchFamily="34" charset="0"/>
                <a:cs typeface="Segoe UI" panose="020B0502040204020203" pitchFamily="34" charset="0"/>
              </a:defRPr>
            </a:lvl1pPr>
          </a:lstStyle>
          <a:p>
            <a:pPr lvl="0"/>
            <a:r>
              <a:rPr lang="en-US" dirty="0"/>
              <a:t>Cover page subhead, click to edit</a:t>
            </a:r>
          </a:p>
        </p:txBody>
      </p:sp>
    </p:spTree>
    <p:extLst>
      <p:ext uri="{BB962C8B-B14F-4D97-AF65-F5344CB8AC3E}">
        <p14:creationId xmlns:p14="http://schemas.microsoft.com/office/powerpoint/2010/main" val="19101447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Page - Brand_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A678AC-DA89-19D5-E67E-C887D7B9D8BB}"/>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61DB5C1F-58C8-1F55-71B0-265C88BB9CAA}"/>
              </a:ext>
            </a:extLst>
          </p:cNvPr>
          <p:cNvSpPr txBox="1"/>
          <p:nvPr userDrawn="1"/>
        </p:nvSpPr>
        <p:spPr>
          <a:xfrm>
            <a:off x="363984" y="6498454"/>
            <a:ext cx="3062797" cy="246221"/>
          </a:xfrm>
          <a:prstGeom prst="rect">
            <a:avLst/>
          </a:prstGeom>
          <a:noFill/>
        </p:spPr>
        <p:txBody>
          <a:bodyPr wrap="square" rtlCol="0">
            <a:spAutoFit/>
          </a:bodyPr>
          <a:lstStyle/>
          <a:p>
            <a:r>
              <a:rPr lang="en-US" sz="1000" dirty="0">
                <a:solidFill>
                  <a:schemeClr val="bg1"/>
                </a:solidFill>
                <a:latin typeface="+mj-ea"/>
                <a:ea typeface="+mj-ea"/>
              </a:rPr>
              <a:t>CONFIDENTIAL</a:t>
            </a:r>
          </a:p>
        </p:txBody>
      </p:sp>
      <p:pic>
        <p:nvPicPr>
          <p:cNvPr id="11" name="Picture 10" descr="A close-up of water droplets on a periodic table&#10;&#10;AI-generated content may be incorrect.">
            <a:extLst>
              <a:ext uri="{FF2B5EF4-FFF2-40B4-BE49-F238E27FC236}">
                <a16:creationId xmlns:a16="http://schemas.microsoft.com/office/drawing/2014/main" id="{680A5A74-B48A-A6F5-3A96-096B32F977DC}"/>
              </a:ext>
            </a:extLst>
          </p:cNvPr>
          <p:cNvPicPr>
            <a:picLocks noChangeAspect="1"/>
          </p:cNvPicPr>
          <p:nvPr userDrawn="1"/>
        </p:nvPicPr>
        <p:blipFill>
          <a:blip r:embed="rId2" cstate="screen">
            <a:extLst>
              <a:ext uri="{28A0092B-C50C-407E-A947-70E740481C1C}">
                <a14:useLocalDpi xmlns:a14="http://schemas.microsoft.com/office/drawing/2010/main"/>
              </a:ext>
            </a:extLst>
          </a:blip>
          <a:srcRect r="-67"/>
          <a:stretch>
            <a:fillRect/>
          </a:stretch>
        </p:blipFill>
        <p:spPr>
          <a:xfrm>
            <a:off x="0" y="1054100"/>
            <a:ext cx="9080500" cy="5807254"/>
          </a:xfrm>
          <a:prstGeom prst="rect">
            <a:avLst/>
          </a:prstGeom>
        </p:spPr>
      </p:pic>
      <p:sp>
        <p:nvSpPr>
          <p:cNvPr id="8" name="Freeform 7">
            <a:extLst>
              <a:ext uri="{FF2B5EF4-FFF2-40B4-BE49-F238E27FC236}">
                <a16:creationId xmlns:a16="http://schemas.microsoft.com/office/drawing/2014/main" id="{06057C17-4F5D-DD81-C31D-0B56BC28739E}"/>
              </a:ext>
            </a:extLst>
          </p:cNvPr>
          <p:cNvSpPr/>
          <p:nvPr userDrawn="1"/>
        </p:nvSpPr>
        <p:spPr>
          <a:xfrm>
            <a:off x="0" y="0"/>
            <a:ext cx="12192000" cy="6858000"/>
          </a:xfrm>
          <a:custGeom>
            <a:avLst/>
            <a:gdLst>
              <a:gd name="connsiteX0" fmla="*/ 0 w 12192000"/>
              <a:gd name="connsiteY0" fmla="*/ 3483429 h 6858000"/>
              <a:gd name="connsiteX1" fmla="*/ 0 w 12192000"/>
              <a:gd name="connsiteY1" fmla="*/ 0 h 6858000"/>
              <a:gd name="connsiteX2" fmla="*/ 12192000 w 12192000"/>
              <a:gd name="connsiteY2" fmla="*/ 0 h 6858000"/>
              <a:gd name="connsiteX3" fmla="*/ 12192000 w 12192000"/>
              <a:gd name="connsiteY3" fmla="*/ 6858000 h 6858000"/>
              <a:gd name="connsiteX4" fmla="*/ 9078686 w 12192000"/>
              <a:gd name="connsiteY4" fmla="*/ 6858000 h 6858000"/>
              <a:gd name="connsiteX5" fmla="*/ 2612571 w 12192000"/>
              <a:gd name="connsiteY5" fmla="*/ 1295400 h 6858000"/>
              <a:gd name="connsiteX6" fmla="*/ 10886 w 12192000"/>
              <a:gd name="connsiteY6" fmla="*/ 3537858 h 6858000"/>
              <a:gd name="connsiteX7" fmla="*/ 0 w 12192000"/>
              <a:gd name="connsiteY7" fmla="*/ 348342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3483429"/>
                </a:moveTo>
                <a:lnTo>
                  <a:pt x="0" y="0"/>
                </a:lnTo>
                <a:lnTo>
                  <a:pt x="12192000" y="0"/>
                </a:lnTo>
                <a:lnTo>
                  <a:pt x="12192000" y="6858000"/>
                </a:lnTo>
                <a:lnTo>
                  <a:pt x="9078686" y="6858000"/>
                </a:lnTo>
                <a:lnTo>
                  <a:pt x="2612571" y="1295400"/>
                </a:lnTo>
                <a:lnTo>
                  <a:pt x="10886" y="3537858"/>
                </a:lnTo>
                <a:lnTo>
                  <a:pt x="0" y="348342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B77C1449-F30B-10BF-8146-D607A8D49F08}"/>
              </a:ext>
            </a:extLst>
          </p:cNvPr>
          <p:cNvSpPr/>
          <p:nvPr userDrawn="1"/>
        </p:nvSpPr>
        <p:spPr>
          <a:xfrm>
            <a:off x="2577502" y="957357"/>
            <a:ext cx="7320321" cy="5906273"/>
          </a:xfrm>
          <a:custGeom>
            <a:avLst/>
            <a:gdLst>
              <a:gd name="connsiteX0" fmla="*/ 0 w 6151418"/>
              <a:gd name="connsiteY0" fmla="*/ 0 h 4979324"/>
              <a:gd name="connsiteX1" fmla="*/ 839585 w 6151418"/>
              <a:gd name="connsiteY1" fmla="*/ 0 h 4979324"/>
              <a:gd name="connsiteX2" fmla="*/ 6151418 w 6151418"/>
              <a:gd name="connsiteY2" fmla="*/ 4555375 h 4979324"/>
              <a:gd name="connsiteX3" fmla="*/ 5769033 w 6151418"/>
              <a:gd name="connsiteY3" fmla="*/ 4979324 h 4979324"/>
              <a:gd name="connsiteX4" fmla="*/ 0 w 6151418"/>
              <a:gd name="connsiteY4" fmla="*/ 0 h 4979324"/>
              <a:gd name="connsiteX0" fmla="*/ 0 w 6104861"/>
              <a:gd name="connsiteY0" fmla="*/ 40767 h 4979324"/>
              <a:gd name="connsiteX1" fmla="*/ 793028 w 6104861"/>
              <a:gd name="connsiteY1" fmla="*/ 0 h 4979324"/>
              <a:gd name="connsiteX2" fmla="*/ 6104861 w 6104861"/>
              <a:gd name="connsiteY2" fmla="*/ 4555375 h 4979324"/>
              <a:gd name="connsiteX3" fmla="*/ 5722476 w 6104861"/>
              <a:gd name="connsiteY3" fmla="*/ 4979324 h 4979324"/>
              <a:gd name="connsiteX4" fmla="*/ 0 w 6104861"/>
              <a:gd name="connsiteY4" fmla="*/ 40767 h 4979324"/>
              <a:gd name="connsiteX0" fmla="*/ 0 w 6104861"/>
              <a:gd name="connsiteY0" fmla="*/ 0 h 4938557"/>
              <a:gd name="connsiteX1" fmla="*/ 845405 w 6104861"/>
              <a:gd name="connsiteY1" fmla="*/ 5823 h 4938557"/>
              <a:gd name="connsiteX2" fmla="*/ 6104861 w 6104861"/>
              <a:gd name="connsiteY2" fmla="*/ 4514608 h 4938557"/>
              <a:gd name="connsiteX3" fmla="*/ 5722476 w 6104861"/>
              <a:gd name="connsiteY3" fmla="*/ 4938557 h 4938557"/>
              <a:gd name="connsiteX4" fmla="*/ 0 w 6104861"/>
              <a:gd name="connsiteY4" fmla="*/ 0 h 4938557"/>
              <a:gd name="connsiteX0" fmla="*/ 0 w 6104861"/>
              <a:gd name="connsiteY0" fmla="*/ 0 h 4938557"/>
              <a:gd name="connsiteX1" fmla="*/ 839696 w 6104861"/>
              <a:gd name="connsiteY1" fmla="*/ 109 h 4938557"/>
              <a:gd name="connsiteX2" fmla="*/ 6104861 w 6104861"/>
              <a:gd name="connsiteY2" fmla="*/ 4514608 h 4938557"/>
              <a:gd name="connsiteX3" fmla="*/ 5722476 w 6104861"/>
              <a:gd name="connsiteY3" fmla="*/ 4938557 h 4938557"/>
              <a:gd name="connsiteX4" fmla="*/ 0 w 6104861"/>
              <a:gd name="connsiteY4" fmla="*/ 0 h 4938557"/>
              <a:gd name="connsiteX0" fmla="*/ 0 w 6104861"/>
              <a:gd name="connsiteY0" fmla="*/ 368044 h 5306601"/>
              <a:gd name="connsiteX1" fmla="*/ 412461 w 6104861"/>
              <a:gd name="connsiteY1" fmla="*/ 0 h 5306601"/>
              <a:gd name="connsiteX2" fmla="*/ 6104861 w 6104861"/>
              <a:gd name="connsiteY2" fmla="*/ 4882652 h 5306601"/>
              <a:gd name="connsiteX3" fmla="*/ 5722476 w 6104861"/>
              <a:gd name="connsiteY3" fmla="*/ 5306601 h 5306601"/>
              <a:gd name="connsiteX4" fmla="*/ 0 w 6104861"/>
              <a:gd name="connsiteY4" fmla="*/ 368044 h 5306601"/>
              <a:gd name="connsiteX0" fmla="*/ 0 w 6410797"/>
              <a:gd name="connsiteY0" fmla="*/ 368044 h 5900397"/>
              <a:gd name="connsiteX1" fmla="*/ 412461 w 6410797"/>
              <a:gd name="connsiteY1" fmla="*/ 0 h 5900397"/>
              <a:gd name="connsiteX2" fmla="*/ 6104861 w 6410797"/>
              <a:gd name="connsiteY2" fmla="*/ 4882652 h 5900397"/>
              <a:gd name="connsiteX3" fmla="*/ 6410797 w 6410797"/>
              <a:gd name="connsiteY3" fmla="*/ 5900397 h 5900397"/>
              <a:gd name="connsiteX4" fmla="*/ 0 w 6410797"/>
              <a:gd name="connsiteY4" fmla="*/ 368044 h 5900397"/>
              <a:gd name="connsiteX0" fmla="*/ 0 w 7291623"/>
              <a:gd name="connsiteY0" fmla="*/ 368044 h 5900397"/>
              <a:gd name="connsiteX1" fmla="*/ 412461 w 7291623"/>
              <a:gd name="connsiteY1" fmla="*/ 0 h 5900397"/>
              <a:gd name="connsiteX2" fmla="*/ 7291623 w 7291623"/>
              <a:gd name="connsiteY2" fmla="*/ 5898044 h 5900397"/>
              <a:gd name="connsiteX3" fmla="*/ 6410797 w 7291623"/>
              <a:gd name="connsiteY3" fmla="*/ 5900397 h 5900397"/>
              <a:gd name="connsiteX4" fmla="*/ 0 w 7291623"/>
              <a:gd name="connsiteY4" fmla="*/ 368044 h 5900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1623" h="5900397">
                <a:moveTo>
                  <a:pt x="0" y="368044"/>
                </a:moveTo>
                <a:lnTo>
                  <a:pt x="412461" y="0"/>
                </a:lnTo>
                <a:lnTo>
                  <a:pt x="7291623" y="5898044"/>
                </a:lnTo>
                <a:lnTo>
                  <a:pt x="6410797" y="5900397"/>
                </a:lnTo>
                <a:lnTo>
                  <a:pt x="0" y="368044"/>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5A9EF55-CCD5-5850-915D-C1BCEB40AA6F}"/>
              </a:ext>
            </a:extLst>
          </p:cNvPr>
          <p:cNvPicPr>
            <a:picLocks noChangeAspect="1"/>
          </p:cNvPicPr>
          <p:nvPr userDrawn="1"/>
        </p:nvPicPr>
        <p:blipFill>
          <a:blip r:embed="rId3"/>
          <a:stretch>
            <a:fillRect/>
          </a:stretch>
        </p:blipFill>
        <p:spPr>
          <a:xfrm>
            <a:off x="9334500" y="752158"/>
            <a:ext cx="2235200" cy="443935"/>
          </a:xfrm>
          <a:prstGeom prst="rect">
            <a:avLst/>
          </a:prstGeom>
        </p:spPr>
      </p:pic>
      <p:sp>
        <p:nvSpPr>
          <p:cNvPr id="3" name="Text Placeholder 6">
            <a:extLst>
              <a:ext uri="{FF2B5EF4-FFF2-40B4-BE49-F238E27FC236}">
                <a16:creationId xmlns:a16="http://schemas.microsoft.com/office/drawing/2014/main" id="{C9F353F7-D0AA-DEFE-EDFE-17CB2BCF51FD}"/>
              </a:ext>
            </a:extLst>
          </p:cNvPr>
          <p:cNvSpPr>
            <a:spLocks noGrp="1"/>
          </p:cNvSpPr>
          <p:nvPr>
            <p:ph type="body" sz="quarter" idx="15" hasCustomPrompt="1"/>
          </p:nvPr>
        </p:nvSpPr>
        <p:spPr>
          <a:xfrm>
            <a:off x="6210299" y="1502601"/>
            <a:ext cx="5497649" cy="2596959"/>
          </a:xfrm>
          <a:prstGeom prst="rect">
            <a:avLst/>
          </a:prstGeom>
        </p:spPr>
        <p:txBody>
          <a:bodyPr/>
          <a:lstStyle>
            <a:lvl1pPr marL="0" indent="0" algn="r">
              <a:lnSpc>
                <a:spcPct val="100000"/>
              </a:lnSpc>
              <a:buNone/>
              <a:defRPr sz="5400" b="1" i="0">
                <a:solidFill>
                  <a:schemeClr val="bg1"/>
                </a:solidFill>
                <a:latin typeface="Segoe UI" panose="020B0502040204020203" pitchFamily="34" charset="0"/>
                <a:cs typeface="Segoe UI" panose="020B0502040204020203" pitchFamily="34" charset="0"/>
              </a:defRPr>
            </a:lvl1pPr>
          </a:lstStyle>
          <a:p>
            <a:pPr lvl="0"/>
            <a:r>
              <a:rPr lang="en-US" dirty="0"/>
              <a:t>Cover page headline, click </a:t>
            </a:r>
            <a:br>
              <a:rPr lang="en-US" dirty="0"/>
            </a:br>
            <a:r>
              <a:rPr lang="en-US" dirty="0"/>
              <a:t>to edit</a:t>
            </a:r>
          </a:p>
        </p:txBody>
      </p:sp>
      <p:sp>
        <p:nvSpPr>
          <p:cNvPr id="4" name="Text Placeholder 6">
            <a:extLst>
              <a:ext uri="{FF2B5EF4-FFF2-40B4-BE49-F238E27FC236}">
                <a16:creationId xmlns:a16="http://schemas.microsoft.com/office/drawing/2014/main" id="{313616E8-2FFC-3279-2672-A02E2BE144EE}"/>
              </a:ext>
            </a:extLst>
          </p:cNvPr>
          <p:cNvSpPr>
            <a:spLocks noGrp="1"/>
          </p:cNvSpPr>
          <p:nvPr>
            <p:ph type="body" sz="quarter" idx="16" hasCustomPrompt="1"/>
          </p:nvPr>
        </p:nvSpPr>
        <p:spPr>
          <a:xfrm>
            <a:off x="8280400" y="4368800"/>
            <a:ext cx="3440733" cy="1481391"/>
          </a:xfrm>
          <a:prstGeom prst="rect">
            <a:avLst/>
          </a:prstGeom>
        </p:spPr>
        <p:txBody>
          <a:bodyPr/>
          <a:lstStyle>
            <a:lvl1pPr marL="0" indent="0" algn="r">
              <a:lnSpc>
                <a:spcPct val="100000"/>
              </a:lnSpc>
              <a:buNone/>
              <a:defRPr sz="3000" b="0" i="0">
                <a:solidFill>
                  <a:schemeClr val="bg1"/>
                </a:solidFill>
                <a:latin typeface="Segoe UI" panose="020B0502040204020203" pitchFamily="34" charset="0"/>
                <a:cs typeface="Segoe UI" panose="020B0502040204020203" pitchFamily="34" charset="0"/>
              </a:defRPr>
            </a:lvl1pPr>
          </a:lstStyle>
          <a:p>
            <a:pPr lvl="0"/>
            <a:r>
              <a:rPr lang="en-US" dirty="0"/>
              <a:t>Cover page subhead, click to edit</a:t>
            </a:r>
          </a:p>
        </p:txBody>
      </p:sp>
      <p:pic>
        <p:nvPicPr>
          <p:cNvPr id="15" name="Picture 14" descr="A molecule model made of water&#10;&#10;AI-generated content may be incorrect.">
            <a:extLst>
              <a:ext uri="{FF2B5EF4-FFF2-40B4-BE49-F238E27FC236}">
                <a16:creationId xmlns:a16="http://schemas.microsoft.com/office/drawing/2014/main" id="{746167B0-F0CE-673C-BBF6-35D86A2B686D}"/>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359134" y="1859553"/>
            <a:ext cx="5179552" cy="4998447"/>
          </a:xfrm>
          <a:prstGeom prst="rect">
            <a:avLst/>
          </a:prstGeom>
        </p:spPr>
      </p:pic>
      <p:sp>
        <p:nvSpPr>
          <p:cNvPr id="16" name="TextBox 15">
            <a:extLst>
              <a:ext uri="{FF2B5EF4-FFF2-40B4-BE49-F238E27FC236}">
                <a16:creationId xmlns:a16="http://schemas.microsoft.com/office/drawing/2014/main" id="{570F6A56-7E30-EE0F-91D7-FB81C2AAC870}"/>
              </a:ext>
            </a:extLst>
          </p:cNvPr>
          <p:cNvSpPr txBox="1"/>
          <p:nvPr userDrawn="1"/>
        </p:nvSpPr>
        <p:spPr>
          <a:xfrm>
            <a:off x="369455" y="6493836"/>
            <a:ext cx="3006527" cy="246221"/>
          </a:xfrm>
          <a:prstGeom prst="rect">
            <a:avLst/>
          </a:prstGeom>
          <a:noFill/>
        </p:spPr>
        <p:txBody>
          <a:bodyPr wrap="square" rtlCol="0">
            <a:spAutoFit/>
          </a:bodyPr>
          <a:lstStyle/>
          <a:p>
            <a:r>
              <a:rPr lang="en-US" sz="1000" dirty="0">
                <a:solidFill>
                  <a:schemeClr val="bg1"/>
                </a:solidFill>
                <a:latin typeface="+mj-ea"/>
                <a:ea typeface="+mj-ea"/>
              </a:rPr>
              <a:t>CONFIDENTIAL</a:t>
            </a:r>
          </a:p>
        </p:txBody>
      </p:sp>
    </p:spTree>
    <p:extLst>
      <p:ext uri="{BB962C8B-B14F-4D97-AF65-F5344CB8AC3E}">
        <p14:creationId xmlns:p14="http://schemas.microsoft.com/office/powerpoint/2010/main" val="33646316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 Page - Brand_4">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4A678AC-DA89-19D5-E67E-C887D7B9D8BB}"/>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Picture Placeholder 10">
            <a:extLst>
              <a:ext uri="{FF2B5EF4-FFF2-40B4-BE49-F238E27FC236}">
                <a16:creationId xmlns:a16="http://schemas.microsoft.com/office/drawing/2014/main" id="{C5522523-88F6-76BC-3AB6-95B013561394}"/>
              </a:ext>
            </a:extLst>
          </p:cNvPr>
          <p:cNvSpPr>
            <a:spLocks noGrp="1"/>
          </p:cNvSpPr>
          <p:nvPr>
            <p:ph type="pic" sz="quarter" idx="17"/>
          </p:nvPr>
        </p:nvSpPr>
        <p:spPr>
          <a:xfrm>
            <a:off x="-1" y="1320800"/>
            <a:ext cx="9019540" cy="5537200"/>
          </a:xfrm>
          <a:custGeom>
            <a:avLst/>
            <a:gdLst>
              <a:gd name="connsiteX0" fmla="*/ 0 w 9144000"/>
              <a:gd name="connsiteY0" fmla="*/ 0 h 5575300"/>
              <a:gd name="connsiteX1" fmla="*/ 9144000 w 9144000"/>
              <a:gd name="connsiteY1" fmla="*/ 0 h 5575300"/>
              <a:gd name="connsiteX2" fmla="*/ 9144000 w 9144000"/>
              <a:gd name="connsiteY2" fmla="*/ 5575300 h 5575300"/>
              <a:gd name="connsiteX3" fmla="*/ 0 w 9144000"/>
              <a:gd name="connsiteY3" fmla="*/ 5575300 h 5575300"/>
              <a:gd name="connsiteX4" fmla="*/ 0 w 9144000"/>
              <a:gd name="connsiteY4" fmla="*/ 0 h 5575300"/>
              <a:gd name="connsiteX0" fmla="*/ 0 w 9144000"/>
              <a:gd name="connsiteY0" fmla="*/ 0 h 5575300"/>
              <a:gd name="connsiteX1" fmla="*/ 2575560 w 9144000"/>
              <a:gd name="connsiteY1" fmla="*/ 38100 h 5575300"/>
              <a:gd name="connsiteX2" fmla="*/ 9144000 w 9144000"/>
              <a:gd name="connsiteY2" fmla="*/ 5575300 h 5575300"/>
              <a:gd name="connsiteX3" fmla="*/ 0 w 9144000"/>
              <a:gd name="connsiteY3" fmla="*/ 5575300 h 5575300"/>
              <a:gd name="connsiteX4" fmla="*/ 0 w 9144000"/>
              <a:gd name="connsiteY4" fmla="*/ 0 h 5575300"/>
              <a:gd name="connsiteX0" fmla="*/ 0 w 9006840"/>
              <a:gd name="connsiteY0" fmla="*/ 0 h 5575300"/>
              <a:gd name="connsiteX1" fmla="*/ 2575560 w 9006840"/>
              <a:gd name="connsiteY1" fmla="*/ 38100 h 5575300"/>
              <a:gd name="connsiteX2" fmla="*/ 9006840 w 9006840"/>
              <a:gd name="connsiteY2" fmla="*/ 5575300 h 5575300"/>
              <a:gd name="connsiteX3" fmla="*/ 0 w 9006840"/>
              <a:gd name="connsiteY3" fmla="*/ 5575300 h 5575300"/>
              <a:gd name="connsiteX4" fmla="*/ 0 w 9006840"/>
              <a:gd name="connsiteY4" fmla="*/ 0 h 5575300"/>
              <a:gd name="connsiteX0" fmla="*/ 0 w 9006840"/>
              <a:gd name="connsiteY0" fmla="*/ 0 h 5575300"/>
              <a:gd name="connsiteX1" fmla="*/ 2567940 w 9006840"/>
              <a:gd name="connsiteY1" fmla="*/ 38100 h 5575300"/>
              <a:gd name="connsiteX2" fmla="*/ 9006840 w 9006840"/>
              <a:gd name="connsiteY2" fmla="*/ 5575300 h 5575300"/>
              <a:gd name="connsiteX3" fmla="*/ 0 w 9006840"/>
              <a:gd name="connsiteY3" fmla="*/ 5575300 h 5575300"/>
              <a:gd name="connsiteX4" fmla="*/ 0 w 9006840"/>
              <a:gd name="connsiteY4" fmla="*/ 0 h 5575300"/>
              <a:gd name="connsiteX0" fmla="*/ 0 w 9006840"/>
              <a:gd name="connsiteY0" fmla="*/ 2217420 h 5537200"/>
              <a:gd name="connsiteX1" fmla="*/ 2567940 w 9006840"/>
              <a:gd name="connsiteY1" fmla="*/ 0 h 5537200"/>
              <a:gd name="connsiteX2" fmla="*/ 9006840 w 9006840"/>
              <a:gd name="connsiteY2" fmla="*/ 5537200 h 5537200"/>
              <a:gd name="connsiteX3" fmla="*/ 0 w 9006840"/>
              <a:gd name="connsiteY3" fmla="*/ 5537200 h 5537200"/>
              <a:gd name="connsiteX4" fmla="*/ 0 w 9006840"/>
              <a:gd name="connsiteY4" fmla="*/ 2217420 h 5537200"/>
              <a:gd name="connsiteX0" fmla="*/ 0 w 9016365"/>
              <a:gd name="connsiteY0" fmla="*/ 2223770 h 5537200"/>
              <a:gd name="connsiteX1" fmla="*/ 2577465 w 9016365"/>
              <a:gd name="connsiteY1" fmla="*/ 0 h 5537200"/>
              <a:gd name="connsiteX2" fmla="*/ 9016365 w 9016365"/>
              <a:gd name="connsiteY2" fmla="*/ 5537200 h 5537200"/>
              <a:gd name="connsiteX3" fmla="*/ 9525 w 9016365"/>
              <a:gd name="connsiteY3" fmla="*/ 5537200 h 5537200"/>
              <a:gd name="connsiteX4" fmla="*/ 0 w 9016365"/>
              <a:gd name="connsiteY4" fmla="*/ 2223770 h 5537200"/>
              <a:gd name="connsiteX0" fmla="*/ 3175 w 9019540"/>
              <a:gd name="connsiteY0" fmla="*/ 2223770 h 5537200"/>
              <a:gd name="connsiteX1" fmla="*/ 2580640 w 9019540"/>
              <a:gd name="connsiteY1" fmla="*/ 0 h 5537200"/>
              <a:gd name="connsiteX2" fmla="*/ 9019540 w 9019540"/>
              <a:gd name="connsiteY2" fmla="*/ 5537200 h 5537200"/>
              <a:gd name="connsiteX3" fmla="*/ 0 w 9019540"/>
              <a:gd name="connsiteY3" fmla="*/ 5537200 h 5537200"/>
              <a:gd name="connsiteX4" fmla="*/ 3175 w 9019540"/>
              <a:gd name="connsiteY4" fmla="*/ 2223770 h 553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9540" h="5537200">
                <a:moveTo>
                  <a:pt x="3175" y="2223770"/>
                </a:moveTo>
                <a:lnTo>
                  <a:pt x="2580640" y="0"/>
                </a:lnTo>
                <a:lnTo>
                  <a:pt x="9019540" y="5537200"/>
                </a:lnTo>
                <a:lnTo>
                  <a:pt x="0" y="5537200"/>
                </a:lnTo>
                <a:cubicBezTo>
                  <a:pt x="1058" y="4432723"/>
                  <a:pt x="2117" y="3328247"/>
                  <a:pt x="3175" y="2223770"/>
                </a:cubicBezTo>
                <a:close/>
              </a:path>
            </a:pathLst>
          </a:custGeom>
          <a:noFill/>
        </p:spPr>
        <p:txBody>
          <a:bodyPr anchor="ctr"/>
          <a:lstStyle>
            <a:lvl1pPr marL="0" indent="0" algn="ctr">
              <a:buNone/>
              <a:defRPr>
                <a:solidFill>
                  <a:schemeClr val="tx1"/>
                </a:solidFill>
              </a:defRPr>
            </a:lvl1pPr>
          </a:lstStyle>
          <a:p>
            <a:r>
              <a:rPr lang="en-US"/>
              <a:t>Click icon to add picture</a:t>
            </a:r>
            <a:endParaRPr lang="en-US" dirty="0"/>
          </a:p>
        </p:txBody>
      </p:sp>
      <p:sp>
        <p:nvSpPr>
          <p:cNvPr id="13" name="TextBox 12">
            <a:extLst>
              <a:ext uri="{FF2B5EF4-FFF2-40B4-BE49-F238E27FC236}">
                <a16:creationId xmlns:a16="http://schemas.microsoft.com/office/drawing/2014/main" id="{61DB5C1F-58C8-1F55-71B0-265C88BB9CAA}"/>
              </a:ext>
            </a:extLst>
          </p:cNvPr>
          <p:cNvSpPr txBox="1"/>
          <p:nvPr userDrawn="1"/>
        </p:nvSpPr>
        <p:spPr>
          <a:xfrm>
            <a:off x="363984" y="6498454"/>
            <a:ext cx="3062797" cy="246221"/>
          </a:xfrm>
          <a:prstGeom prst="rect">
            <a:avLst/>
          </a:prstGeom>
          <a:noFill/>
        </p:spPr>
        <p:txBody>
          <a:bodyPr wrap="square" rtlCol="0">
            <a:spAutoFit/>
          </a:bodyPr>
          <a:lstStyle/>
          <a:p>
            <a:r>
              <a:rPr lang="en-US" sz="1000" dirty="0">
                <a:solidFill>
                  <a:schemeClr val="bg1"/>
                </a:solidFill>
                <a:latin typeface="+mj-ea"/>
                <a:ea typeface="+mj-ea"/>
              </a:rPr>
              <a:t>CONFIDENTIAL</a:t>
            </a:r>
          </a:p>
        </p:txBody>
      </p:sp>
      <p:sp>
        <p:nvSpPr>
          <p:cNvPr id="8" name="Freeform 7">
            <a:extLst>
              <a:ext uri="{FF2B5EF4-FFF2-40B4-BE49-F238E27FC236}">
                <a16:creationId xmlns:a16="http://schemas.microsoft.com/office/drawing/2014/main" id="{06057C17-4F5D-DD81-C31D-0B56BC28739E}"/>
              </a:ext>
            </a:extLst>
          </p:cNvPr>
          <p:cNvSpPr/>
          <p:nvPr userDrawn="1"/>
        </p:nvSpPr>
        <p:spPr>
          <a:xfrm>
            <a:off x="-4990" y="0"/>
            <a:ext cx="12196989" cy="6858000"/>
          </a:xfrm>
          <a:custGeom>
            <a:avLst/>
            <a:gdLst>
              <a:gd name="connsiteX0" fmla="*/ 0 w 12192000"/>
              <a:gd name="connsiteY0" fmla="*/ 3483429 h 6858000"/>
              <a:gd name="connsiteX1" fmla="*/ 0 w 12192000"/>
              <a:gd name="connsiteY1" fmla="*/ 0 h 6858000"/>
              <a:gd name="connsiteX2" fmla="*/ 12192000 w 12192000"/>
              <a:gd name="connsiteY2" fmla="*/ 0 h 6858000"/>
              <a:gd name="connsiteX3" fmla="*/ 12192000 w 12192000"/>
              <a:gd name="connsiteY3" fmla="*/ 6858000 h 6858000"/>
              <a:gd name="connsiteX4" fmla="*/ 9078686 w 12192000"/>
              <a:gd name="connsiteY4" fmla="*/ 6858000 h 6858000"/>
              <a:gd name="connsiteX5" fmla="*/ 2612571 w 12192000"/>
              <a:gd name="connsiteY5" fmla="*/ 1295400 h 6858000"/>
              <a:gd name="connsiteX6" fmla="*/ 10886 w 12192000"/>
              <a:gd name="connsiteY6" fmla="*/ 3537858 h 6858000"/>
              <a:gd name="connsiteX7" fmla="*/ 0 w 12192000"/>
              <a:gd name="connsiteY7" fmla="*/ 3483429 h 6858000"/>
              <a:gd name="connsiteX0" fmla="*/ 4989 w 12196989"/>
              <a:gd name="connsiteY0" fmla="*/ 3483429 h 6858000"/>
              <a:gd name="connsiteX1" fmla="*/ 4989 w 12196989"/>
              <a:gd name="connsiteY1" fmla="*/ 0 h 6858000"/>
              <a:gd name="connsiteX2" fmla="*/ 12196989 w 12196989"/>
              <a:gd name="connsiteY2" fmla="*/ 0 h 6858000"/>
              <a:gd name="connsiteX3" fmla="*/ 12196989 w 12196989"/>
              <a:gd name="connsiteY3" fmla="*/ 6858000 h 6858000"/>
              <a:gd name="connsiteX4" fmla="*/ 9083675 w 12196989"/>
              <a:gd name="connsiteY4" fmla="*/ 6858000 h 6858000"/>
              <a:gd name="connsiteX5" fmla="*/ 2617560 w 12196989"/>
              <a:gd name="connsiteY5" fmla="*/ 1295400 h 6858000"/>
              <a:gd name="connsiteX6" fmla="*/ 0 w 12196989"/>
              <a:gd name="connsiteY6" fmla="*/ 3553733 h 6858000"/>
              <a:gd name="connsiteX7" fmla="*/ 4989 w 12196989"/>
              <a:gd name="connsiteY7" fmla="*/ 348342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6989" h="6858000">
                <a:moveTo>
                  <a:pt x="4989" y="3483429"/>
                </a:moveTo>
                <a:lnTo>
                  <a:pt x="4989" y="0"/>
                </a:lnTo>
                <a:lnTo>
                  <a:pt x="12196989" y="0"/>
                </a:lnTo>
                <a:lnTo>
                  <a:pt x="12196989" y="6858000"/>
                </a:lnTo>
                <a:lnTo>
                  <a:pt x="9083675" y="6858000"/>
                </a:lnTo>
                <a:lnTo>
                  <a:pt x="2617560" y="1295400"/>
                </a:lnTo>
                <a:lnTo>
                  <a:pt x="0" y="3553733"/>
                </a:lnTo>
                <a:lnTo>
                  <a:pt x="4989" y="348342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B77C1449-F30B-10BF-8146-D607A8D49F08}"/>
              </a:ext>
            </a:extLst>
          </p:cNvPr>
          <p:cNvSpPr/>
          <p:nvPr userDrawn="1"/>
        </p:nvSpPr>
        <p:spPr>
          <a:xfrm>
            <a:off x="2577502" y="957357"/>
            <a:ext cx="7320321" cy="5906273"/>
          </a:xfrm>
          <a:custGeom>
            <a:avLst/>
            <a:gdLst>
              <a:gd name="connsiteX0" fmla="*/ 0 w 6151418"/>
              <a:gd name="connsiteY0" fmla="*/ 0 h 4979324"/>
              <a:gd name="connsiteX1" fmla="*/ 839585 w 6151418"/>
              <a:gd name="connsiteY1" fmla="*/ 0 h 4979324"/>
              <a:gd name="connsiteX2" fmla="*/ 6151418 w 6151418"/>
              <a:gd name="connsiteY2" fmla="*/ 4555375 h 4979324"/>
              <a:gd name="connsiteX3" fmla="*/ 5769033 w 6151418"/>
              <a:gd name="connsiteY3" fmla="*/ 4979324 h 4979324"/>
              <a:gd name="connsiteX4" fmla="*/ 0 w 6151418"/>
              <a:gd name="connsiteY4" fmla="*/ 0 h 4979324"/>
              <a:gd name="connsiteX0" fmla="*/ 0 w 6104861"/>
              <a:gd name="connsiteY0" fmla="*/ 40767 h 4979324"/>
              <a:gd name="connsiteX1" fmla="*/ 793028 w 6104861"/>
              <a:gd name="connsiteY1" fmla="*/ 0 h 4979324"/>
              <a:gd name="connsiteX2" fmla="*/ 6104861 w 6104861"/>
              <a:gd name="connsiteY2" fmla="*/ 4555375 h 4979324"/>
              <a:gd name="connsiteX3" fmla="*/ 5722476 w 6104861"/>
              <a:gd name="connsiteY3" fmla="*/ 4979324 h 4979324"/>
              <a:gd name="connsiteX4" fmla="*/ 0 w 6104861"/>
              <a:gd name="connsiteY4" fmla="*/ 40767 h 4979324"/>
              <a:gd name="connsiteX0" fmla="*/ 0 w 6104861"/>
              <a:gd name="connsiteY0" fmla="*/ 0 h 4938557"/>
              <a:gd name="connsiteX1" fmla="*/ 845405 w 6104861"/>
              <a:gd name="connsiteY1" fmla="*/ 5823 h 4938557"/>
              <a:gd name="connsiteX2" fmla="*/ 6104861 w 6104861"/>
              <a:gd name="connsiteY2" fmla="*/ 4514608 h 4938557"/>
              <a:gd name="connsiteX3" fmla="*/ 5722476 w 6104861"/>
              <a:gd name="connsiteY3" fmla="*/ 4938557 h 4938557"/>
              <a:gd name="connsiteX4" fmla="*/ 0 w 6104861"/>
              <a:gd name="connsiteY4" fmla="*/ 0 h 4938557"/>
              <a:gd name="connsiteX0" fmla="*/ 0 w 6104861"/>
              <a:gd name="connsiteY0" fmla="*/ 0 h 4938557"/>
              <a:gd name="connsiteX1" fmla="*/ 839696 w 6104861"/>
              <a:gd name="connsiteY1" fmla="*/ 109 h 4938557"/>
              <a:gd name="connsiteX2" fmla="*/ 6104861 w 6104861"/>
              <a:gd name="connsiteY2" fmla="*/ 4514608 h 4938557"/>
              <a:gd name="connsiteX3" fmla="*/ 5722476 w 6104861"/>
              <a:gd name="connsiteY3" fmla="*/ 4938557 h 4938557"/>
              <a:gd name="connsiteX4" fmla="*/ 0 w 6104861"/>
              <a:gd name="connsiteY4" fmla="*/ 0 h 4938557"/>
              <a:gd name="connsiteX0" fmla="*/ 0 w 6104861"/>
              <a:gd name="connsiteY0" fmla="*/ 368044 h 5306601"/>
              <a:gd name="connsiteX1" fmla="*/ 412461 w 6104861"/>
              <a:gd name="connsiteY1" fmla="*/ 0 h 5306601"/>
              <a:gd name="connsiteX2" fmla="*/ 6104861 w 6104861"/>
              <a:gd name="connsiteY2" fmla="*/ 4882652 h 5306601"/>
              <a:gd name="connsiteX3" fmla="*/ 5722476 w 6104861"/>
              <a:gd name="connsiteY3" fmla="*/ 5306601 h 5306601"/>
              <a:gd name="connsiteX4" fmla="*/ 0 w 6104861"/>
              <a:gd name="connsiteY4" fmla="*/ 368044 h 5306601"/>
              <a:gd name="connsiteX0" fmla="*/ 0 w 6410797"/>
              <a:gd name="connsiteY0" fmla="*/ 368044 h 5900397"/>
              <a:gd name="connsiteX1" fmla="*/ 412461 w 6410797"/>
              <a:gd name="connsiteY1" fmla="*/ 0 h 5900397"/>
              <a:gd name="connsiteX2" fmla="*/ 6104861 w 6410797"/>
              <a:gd name="connsiteY2" fmla="*/ 4882652 h 5900397"/>
              <a:gd name="connsiteX3" fmla="*/ 6410797 w 6410797"/>
              <a:gd name="connsiteY3" fmla="*/ 5900397 h 5900397"/>
              <a:gd name="connsiteX4" fmla="*/ 0 w 6410797"/>
              <a:gd name="connsiteY4" fmla="*/ 368044 h 5900397"/>
              <a:gd name="connsiteX0" fmla="*/ 0 w 7291623"/>
              <a:gd name="connsiteY0" fmla="*/ 368044 h 5900397"/>
              <a:gd name="connsiteX1" fmla="*/ 412461 w 7291623"/>
              <a:gd name="connsiteY1" fmla="*/ 0 h 5900397"/>
              <a:gd name="connsiteX2" fmla="*/ 7291623 w 7291623"/>
              <a:gd name="connsiteY2" fmla="*/ 5898044 h 5900397"/>
              <a:gd name="connsiteX3" fmla="*/ 6410797 w 7291623"/>
              <a:gd name="connsiteY3" fmla="*/ 5900397 h 5900397"/>
              <a:gd name="connsiteX4" fmla="*/ 0 w 7291623"/>
              <a:gd name="connsiteY4" fmla="*/ 368044 h 5900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1623" h="5900397">
                <a:moveTo>
                  <a:pt x="0" y="368044"/>
                </a:moveTo>
                <a:lnTo>
                  <a:pt x="412461" y="0"/>
                </a:lnTo>
                <a:lnTo>
                  <a:pt x="7291623" y="5898044"/>
                </a:lnTo>
                <a:lnTo>
                  <a:pt x="6410797" y="5900397"/>
                </a:lnTo>
                <a:lnTo>
                  <a:pt x="0" y="368044"/>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16E43B2-A0D0-6869-094C-CA76B60E3C68}"/>
              </a:ext>
            </a:extLst>
          </p:cNvPr>
          <p:cNvPicPr>
            <a:picLocks noChangeAspect="1"/>
          </p:cNvPicPr>
          <p:nvPr userDrawn="1"/>
        </p:nvPicPr>
        <p:blipFill>
          <a:blip r:embed="rId2"/>
          <a:stretch>
            <a:fillRect/>
          </a:stretch>
        </p:blipFill>
        <p:spPr>
          <a:xfrm>
            <a:off x="9334500" y="752158"/>
            <a:ext cx="2235200" cy="443935"/>
          </a:xfrm>
          <a:prstGeom prst="rect">
            <a:avLst/>
          </a:prstGeom>
        </p:spPr>
      </p:pic>
      <p:sp>
        <p:nvSpPr>
          <p:cNvPr id="7" name="Text Placeholder 6">
            <a:extLst>
              <a:ext uri="{FF2B5EF4-FFF2-40B4-BE49-F238E27FC236}">
                <a16:creationId xmlns:a16="http://schemas.microsoft.com/office/drawing/2014/main" id="{149D4663-320D-170B-FF5A-EF419E397D54}"/>
              </a:ext>
            </a:extLst>
          </p:cNvPr>
          <p:cNvSpPr>
            <a:spLocks noGrp="1"/>
          </p:cNvSpPr>
          <p:nvPr>
            <p:ph type="body" sz="quarter" idx="15" hasCustomPrompt="1"/>
          </p:nvPr>
        </p:nvSpPr>
        <p:spPr>
          <a:xfrm>
            <a:off x="6210299" y="1502601"/>
            <a:ext cx="5497649" cy="2596959"/>
          </a:xfrm>
          <a:prstGeom prst="rect">
            <a:avLst/>
          </a:prstGeom>
        </p:spPr>
        <p:txBody>
          <a:bodyPr/>
          <a:lstStyle>
            <a:lvl1pPr marL="0" indent="0" algn="r">
              <a:lnSpc>
                <a:spcPct val="100000"/>
              </a:lnSpc>
              <a:buNone/>
              <a:defRPr sz="5400" b="1" i="0">
                <a:solidFill>
                  <a:schemeClr val="bg1"/>
                </a:solidFill>
                <a:latin typeface="Segoe UI" panose="020B0502040204020203" pitchFamily="34" charset="0"/>
                <a:cs typeface="Segoe UI" panose="020B0502040204020203" pitchFamily="34" charset="0"/>
              </a:defRPr>
            </a:lvl1pPr>
          </a:lstStyle>
          <a:p>
            <a:pPr lvl="0"/>
            <a:r>
              <a:rPr lang="en-US" dirty="0"/>
              <a:t>Cover page headline, click </a:t>
            </a:r>
            <a:br>
              <a:rPr lang="en-US" dirty="0"/>
            </a:br>
            <a:r>
              <a:rPr lang="en-US" dirty="0"/>
              <a:t>to edit</a:t>
            </a:r>
          </a:p>
        </p:txBody>
      </p:sp>
      <p:sp>
        <p:nvSpPr>
          <p:cNvPr id="10" name="Text Placeholder 6">
            <a:extLst>
              <a:ext uri="{FF2B5EF4-FFF2-40B4-BE49-F238E27FC236}">
                <a16:creationId xmlns:a16="http://schemas.microsoft.com/office/drawing/2014/main" id="{B1549430-C473-5126-08EE-D9DA6A0B69BB}"/>
              </a:ext>
            </a:extLst>
          </p:cNvPr>
          <p:cNvSpPr>
            <a:spLocks noGrp="1"/>
          </p:cNvSpPr>
          <p:nvPr>
            <p:ph type="body" sz="quarter" idx="16" hasCustomPrompt="1"/>
          </p:nvPr>
        </p:nvSpPr>
        <p:spPr>
          <a:xfrm>
            <a:off x="8280400" y="4368800"/>
            <a:ext cx="3440733" cy="1481391"/>
          </a:xfrm>
          <a:prstGeom prst="rect">
            <a:avLst/>
          </a:prstGeom>
        </p:spPr>
        <p:txBody>
          <a:bodyPr/>
          <a:lstStyle>
            <a:lvl1pPr marL="0" indent="0" algn="r">
              <a:lnSpc>
                <a:spcPct val="100000"/>
              </a:lnSpc>
              <a:buNone/>
              <a:defRPr sz="3000" b="0" i="0">
                <a:solidFill>
                  <a:schemeClr val="bg1"/>
                </a:solidFill>
                <a:latin typeface="Segoe UI" panose="020B0502040204020203" pitchFamily="34" charset="0"/>
                <a:cs typeface="Segoe UI" panose="020B0502040204020203" pitchFamily="34" charset="0"/>
              </a:defRPr>
            </a:lvl1pPr>
          </a:lstStyle>
          <a:p>
            <a:pPr lvl="0"/>
            <a:r>
              <a:rPr lang="en-US" dirty="0"/>
              <a:t>Cover page subhead, click to edit</a:t>
            </a:r>
          </a:p>
        </p:txBody>
      </p:sp>
    </p:spTree>
    <p:extLst>
      <p:ext uri="{BB962C8B-B14F-4D97-AF65-F5344CB8AC3E}">
        <p14:creationId xmlns:p14="http://schemas.microsoft.com/office/powerpoint/2010/main" val="9827884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C17786-7E68-BE01-F1CD-5786D95EBAC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Tree>
    <p:extLst>
      <p:ext uri="{BB962C8B-B14F-4D97-AF65-F5344CB8AC3E}">
        <p14:creationId xmlns:p14="http://schemas.microsoft.com/office/powerpoint/2010/main" val="10181821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lank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7D213C-9AB5-FE6C-8D26-1E9B0A34F07C}"/>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35C17786-7E68-BE01-F1CD-5786D95EBAC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Tree>
    <p:extLst>
      <p:ext uri="{BB962C8B-B14F-4D97-AF65-F5344CB8AC3E}">
        <p14:creationId xmlns:p14="http://schemas.microsoft.com/office/powerpoint/2010/main" val="29930149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Blank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7D213C-9AB5-FE6C-8D26-1E9B0A34F07C}"/>
              </a:ext>
            </a:extLst>
          </p:cNvPr>
          <p:cNvSpPr/>
          <p:nvPr userDrawn="1"/>
        </p:nvSpPr>
        <p:spPr>
          <a:xfrm>
            <a:off x="0" y="630224"/>
            <a:ext cx="12192000" cy="574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35C17786-7E68-BE01-F1CD-5786D95EBAC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Tree>
    <p:extLst>
      <p:ext uri="{BB962C8B-B14F-4D97-AF65-F5344CB8AC3E}">
        <p14:creationId xmlns:p14="http://schemas.microsoft.com/office/powerpoint/2010/main" val="22228584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Slide_Headlin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C17786-7E68-BE01-F1CD-5786D95EBAC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Title 1">
            <a:extLst>
              <a:ext uri="{FF2B5EF4-FFF2-40B4-BE49-F238E27FC236}">
                <a16:creationId xmlns:a16="http://schemas.microsoft.com/office/drawing/2014/main" id="{4B2848BA-B98E-8989-4A72-15A5530A81C2}"/>
              </a:ext>
            </a:extLst>
          </p:cNvPr>
          <p:cNvSpPr>
            <a:spLocks noGrp="1"/>
          </p:cNvSpPr>
          <p:nvPr>
            <p:ph type="title" hasCustomPrompt="1"/>
          </p:nvPr>
        </p:nvSpPr>
        <p:spPr>
          <a:xfrm>
            <a:off x="838200" y="1145720"/>
            <a:ext cx="10515600" cy="691243"/>
          </a:xfrm>
          <a:prstGeom prst="rect">
            <a:avLst/>
          </a:prstGeom>
        </p:spPr>
        <p:txBody>
          <a:bodyPr/>
          <a:lstStyle>
            <a:lvl1pPr>
              <a:spcBef>
                <a:spcPts val="751"/>
              </a:spcBef>
              <a:defRPr sz="3400"/>
            </a:lvl1pPr>
          </a:lstStyle>
          <a:p>
            <a:r>
              <a:rPr lang="en-US" dirty="0"/>
              <a:t>Main Heading – Size 34pt font</a:t>
            </a:r>
          </a:p>
        </p:txBody>
      </p:sp>
      <p:sp>
        <p:nvSpPr>
          <p:cNvPr id="6" name="Content Placeholder 5">
            <a:extLst>
              <a:ext uri="{FF2B5EF4-FFF2-40B4-BE49-F238E27FC236}">
                <a16:creationId xmlns:a16="http://schemas.microsoft.com/office/drawing/2014/main" id="{90DDF1B1-379D-43E8-1C06-87C217C2E493}"/>
              </a:ext>
            </a:extLst>
          </p:cNvPr>
          <p:cNvSpPr>
            <a:spLocks noGrp="1"/>
          </p:cNvSpPr>
          <p:nvPr>
            <p:ph sz="quarter" idx="12" hasCustomPrompt="1"/>
          </p:nvPr>
        </p:nvSpPr>
        <p:spPr>
          <a:xfrm>
            <a:off x="838200" y="2041071"/>
            <a:ext cx="10515600" cy="3978729"/>
          </a:xfrm>
          <a:prstGeom prst="rect">
            <a:avLst/>
          </a:prstGeom>
        </p:spPr>
        <p:txBody>
          <a:bodyPr anchor="ctr"/>
          <a:lstStyle>
            <a:lvl1pPr marL="0" indent="0" algn="ctr">
              <a:buNone/>
              <a:defRPr sz="1600" b="1" i="1">
                <a:solidFill>
                  <a:srgbClr val="041E42"/>
                </a:solidFill>
              </a:defRPr>
            </a:lvl1pPr>
          </a:lstStyle>
          <a:p>
            <a:pPr lvl="0"/>
            <a:r>
              <a:rPr lang="en-US" dirty="0"/>
              <a:t>Click icons to add media</a:t>
            </a:r>
          </a:p>
        </p:txBody>
      </p:sp>
    </p:spTree>
    <p:extLst>
      <p:ext uri="{BB962C8B-B14F-4D97-AF65-F5344CB8AC3E}">
        <p14:creationId xmlns:p14="http://schemas.microsoft.com/office/powerpoint/2010/main" val="40232314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Slide_Head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80FC95E-718B-B885-ACE9-6B74BDE826FB}"/>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35C17786-7E68-BE01-F1CD-5786D95EBAC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Title 1">
            <a:extLst>
              <a:ext uri="{FF2B5EF4-FFF2-40B4-BE49-F238E27FC236}">
                <a16:creationId xmlns:a16="http://schemas.microsoft.com/office/drawing/2014/main" id="{4B2848BA-B98E-8989-4A72-15A5530A81C2}"/>
              </a:ext>
            </a:extLst>
          </p:cNvPr>
          <p:cNvSpPr>
            <a:spLocks noGrp="1"/>
          </p:cNvSpPr>
          <p:nvPr>
            <p:ph type="title" hasCustomPrompt="1"/>
          </p:nvPr>
        </p:nvSpPr>
        <p:spPr>
          <a:xfrm>
            <a:off x="838200" y="1145720"/>
            <a:ext cx="10515600" cy="691243"/>
          </a:xfrm>
          <a:prstGeom prst="rect">
            <a:avLst/>
          </a:prstGeom>
        </p:spPr>
        <p:txBody>
          <a:bodyPr/>
          <a:lstStyle>
            <a:lvl1pPr>
              <a:spcBef>
                <a:spcPts val="751"/>
              </a:spcBef>
              <a:defRPr sz="3400">
                <a:solidFill>
                  <a:schemeClr val="bg1"/>
                </a:solidFill>
              </a:defRPr>
            </a:lvl1pPr>
          </a:lstStyle>
          <a:p>
            <a:r>
              <a:rPr lang="en-US" dirty="0"/>
              <a:t>Main Heading – Size 34pt font</a:t>
            </a:r>
          </a:p>
        </p:txBody>
      </p:sp>
      <p:sp>
        <p:nvSpPr>
          <p:cNvPr id="6" name="Content Placeholder 5">
            <a:extLst>
              <a:ext uri="{FF2B5EF4-FFF2-40B4-BE49-F238E27FC236}">
                <a16:creationId xmlns:a16="http://schemas.microsoft.com/office/drawing/2014/main" id="{90DDF1B1-379D-43E8-1C06-87C217C2E493}"/>
              </a:ext>
            </a:extLst>
          </p:cNvPr>
          <p:cNvSpPr>
            <a:spLocks noGrp="1"/>
          </p:cNvSpPr>
          <p:nvPr>
            <p:ph sz="quarter" idx="12" hasCustomPrompt="1"/>
          </p:nvPr>
        </p:nvSpPr>
        <p:spPr>
          <a:xfrm>
            <a:off x="838200" y="2041071"/>
            <a:ext cx="10515600" cy="3978729"/>
          </a:xfrm>
          <a:prstGeom prst="rect">
            <a:avLst/>
          </a:prstGeom>
        </p:spPr>
        <p:txBody>
          <a:bodyPr anchor="ctr"/>
          <a:lstStyle>
            <a:lvl1pPr marL="0" indent="0" algn="ctr">
              <a:buNone/>
              <a:defRPr sz="1600" b="1" i="1">
                <a:solidFill>
                  <a:schemeClr val="bg1"/>
                </a:solidFill>
              </a:defRPr>
            </a:lvl1pPr>
          </a:lstStyle>
          <a:p>
            <a:pPr lvl="0"/>
            <a:r>
              <a:rPr lang="en-US" dirty="0"/>
              <a:t>Click icons to add media</a:t>
            </a:r>
          </a:p>
        </p:txBody>
      </p:sp>
    </p:spTree>
    <p:extLst>
      <p:ext uri="{BB962C8B-B14F-4D97-AF65-F5344CB8AC3E}">
        <p14:creationId xmlns:p14="http://schemas.microsoft.com/office/powerpoint/2010/main" val="565823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Blank Slide_Head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80FC95E-718B-B885-ACE9-6B74BDE826FB}"/>
              </a:ext>
            </a:extLst>
          </p:cNvPr>
          <p:cNvSpPr/>
          <p:nvPr userDrawn="1"/>
        </p:nvSpPr>
        <p:spPr>
          <a:xfrm>
            <a:off x="0" y="630224"/>
            <a:ext cx="12192000" cy="574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35C17786-7E68-BE01-F1CD-5786D95EBAC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Title 1">
            <a:extLst>
              <a:ext uri="{FF2B5EF4-FFF2-40B4-BE49-F238E27FC236}">
                <a16:creationId xmlns:a16="http://schemas.microsoft.com/office/drawing/2014/main" id="{4B2848BA-B98E-8989-4A72-15A5530A81C2}"/>
              </a:ext>
            </a:extLst>
          </p:cNvPr>
          <p:cNvSpPr>
            <a:spLocks noGrp="1"/>
          </p:cNvSpPr>
          <p:nvPr>
            <p:ph type="title" hasCustomPrompt="1"/>
          </p:nvPr>
        </p:nvSpPr>
        <p:spPr>
          <a:xfrm>
            <a:off x="838200" y="1145720"/>
            <a:ext cx="10515600" cy="691243"/>
          </a:xfrm>
          <a:prstGeom prst="rect">
            <a:avLst/>
          </a:prstGeom>
        </p:spPr>
        <p:txBody>
          <a:bodyPr/>
          <a:lstStyle>
            <a:lvl1pPr>
              <a:spcBef>
                <a:spcPts val="751"/>
              </a:spcBef>
              <a:defRPr sz="3400">
                <a:solidFill>
                  <a:schemeClr val="tx1"/>
                </a:solidFill>
              </a:defRPr>
            </a:lvl1pPr>
          </a:lstStyle>
          <a:p>
            <a:r>
              <a:rPr lang="en-US" dirty="0"/>
              <a:t>Main Heading – Size 34pt font</a:t>
            </a:r>
          </a:p>
        </p:txBody>
      </p:sp>
      <p:sp>
        <p:nvSpPr>
          <p:cNvPr id="6" name="Content Placeholder 5">
            <a:extLst>
              <a:ext uri="{FF2B5EF4-FFF2-40B4-BE49-F238E27FC236}">
                <a16:creationId xmlns:a16="http://schemas.microsoft.com/office/drawing/2014/main" id="{90DDF1B1-379D-43E8-1C06-87C217C2E493}"/>
              </a:ext>
            </a:extLst>
          </p:cNvPr>
          <p:cNvSpPr>
            <a:spLocks noGrp="1"/>
          </p:cNvSpPr>
          <p:nvPr>
            <p:ph sz="quarter" idx="12" hasCustomPrompt="1"/>
          </p:nvPr>
        </p:nvSpPr>
        <p:spPr>
          <a:xfrm>
            <a:off x="838200" y="2041071"/>
            <a:ext cx="10515600" cy="3978729"/>
          </a:xfrm>
          <a:prstGeom prst="rect">
            <a:avLst/>
          </a:prstGeom>
        </p:spPr>
        <p:txBody>
          <a:bodyPr anchor="ctr"/>
          <a:lstStyle>
            <a:lvl1pPr marL="0" indent="0" algn="ctr">
              <a:buNone/>
              <a:defRPr sz="1600" b="1" i="1">
                <a:solidFill>
                  <a:schemeClr val="tx1"/>
                </a:solidFill>
              </a:defRPr>
            </a:lvl1pPr>
          </a:lstStyle>
          <a:p>
            <a:pPr lvl="0"/>
            <a:r>
              <a:rPr lang="en-US" dirty="0"/>
              <a:t>Click icons to add media</a:t>
            </a:r>
          </a:p>
        </p:txBody>
      </p:sp>
    </p:spTree>
    <p:extLst>
      <p:ext uri="{BB962C8B-B14F-4D97-AF65-F5344CB8AC3E}">
        <p14:creationId xmlns:p14="http://schemas.microsoft.com/office/powerpoint/2010/main" val="35734431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A0549755-4256-EBB7-95EC-A4D5C09A96B6}"/>
              </a:ext>
            </a:extLst>
          </p:cNvPr>
          <p:cNvSpPr>
            <a:spLocks noGrp="1"/>
          </p:cNvSpPr>
          <p:nvPr>
            <p:ph type="body" sz="quarter" idx="13" hasCustomPrompt="1"/>
          </p:nvPr>
        </p:nvSpPr>
        <p:spPr>
          <a:xfrm>
            <a:off x="838200" y="2833531"/>
            <a:ext cx="10515600" cy="3195637"/>
          </a:xfrm>
          <a:prstGeom prst="rect">
            <a:avLst/>
          </a:prstGeom>
        </p:spPr>
        <p:txBody>
          <a:bodyPr/>
          <a:lstStyle>
            <a:lvl1pPr marL="0" indent="0">
              <a:buNone/>
              <a:defRPr sz="3000" b="0">
                <a:solidFill>
                  <a:schemeClr val="tx1"/>
                </a:solidFill>
              </a:defRPr>
            </a:lvl1pPr>
            <a:lvl2pPr>
              <a:defRPr>
                <a:solidFill>
                  <a:srgbClr val="FF0000"/>
                </a:solidFill>
              </a:defRPr>
            </a:lvl2pPr>
            <a:lvl3pPr>
              <a:defRPr>
                <a:solidFill>
                  <a:srgbClr val="FF0000"/>
                </a:solidFill>
              </a:defRPr>
            </a:lvl3pPr>
            <a:lvl4pPr>
              <a:defRPr>
                <a:solidFill>
                  <a:srgbClr val="FF0000"/>
                </a:solidFill>
              </a:defRPr>
            </a:lvl4pPr>
            <a:lvl5pPr>
              <a:defRPr>
                <a:solidFill>
                  <a:srgbClr val="FF0000"/>
                </a:solidFill>
              </a:defRPr>
            </a:lvl5pPr>
          </a:lstStyle>
          <a:p>
            <a:pPr lvl="0"/>
            <a:r>
              <a:rPr kumimoji="1" lang="en-US" altLang="ja-JP" dirty="0"/>
              <a:t>I am your host. I am here to present this PowerPoint deck. You can find me at @Rigaku.com</a:t>
            </a:r>
          </a:p>
        </p:txBody>
      </p:sp>
      <p:sp>
        <p:nvSpPr>
          <p:cNvPr id="2" name="Title 1">
            <a:extLst>
              <a:ext uri="{FF2B5EF4-FFF2-40B4-BE49-F238E27FC236}">
                <a16:creationId xmlns:a16="http://schemas.microsoft.com/office/drawing/2014/main" id="{115B51CD-30FA-4631-8218-BE395C976FAB}"/>
              </a:ext>
            </a:extLst>
          </p:cNvPr>
          <p:cNvSpPr>
            <a:spLocks noGrp="1"/>
          </p:cNvSpPr>
          <p:nvPr>
            <p:ph type="title" hasCustomPrompt="1"/>
          </p:nvPr>
        </p:nvSpPr>
        <p:spPr>
          <a:xfrm>
            <a:off x="838200" y="1028701"/>
            <a:ext cx="10515600" cy="1506270"/>
          </a:xfrm>
          <a:prstGeom prst="rect">
            <a:avLst/>
          </a:prstGeom>
        </p:spPr>
        <p:txBody>
          <a:bodyPr>
            <a:noAutofit/>
          </a:bodyPr>
          <a:lstStyle>
            <a:lvl1pPr>
              <a:defRPr sz="10400" b="1" i="0">
                <a:latin typeface="Segoe UI" panose="020B0502040204020203" pitchFamily="34" charset="0"/>
                <a:cs typeface="Segoe UI" panose="020B0502040204020203" pitchFamily="34" charset="0"/>
              </a:defRPr>
            </a:lvl1pPr>
          </a:lstStyle>
          <a:p>
            <a:r>
              <a:rPr lang="en-US" dirty="0"/>
              <a:t>Hello</a:t>
            </a:r>
          </a:p>
        </p:txBody>
      </p:sp>
      <p:sp>
        <p:nvSpPr>
          <p:cNvPr id="4" name="Slide Number Placeholder 3">
            <a:extLst>
              <a:ext uri="{FF2B5EF4-FFF2-40B4-BE49-F238E27FC236}">
                <a16:creationId xmlns:a16="http://schemas.microsoft.com/office/drawing/2014/main" id="{71246F4F-63CA-C315-9C31-8CFE263F1E44}"/>
              </a:ext>
            </a:extLst>
          </p:cNvPr>
          <p:cNvSpPr>
            <a:spLocks noGrp="1"/>
          </p:cNvSpPr>
          <p:nvPr>
            <p:ph type="sldNum" sz="quarter" idx="11"/>
          </p:nvPr>
        </p:nvSpPr>
        <p:spPr/>
        <p:txBody>
          <a:bodyPr/>
          <a:lstStyle/>
          <a:p>
            <a:fld id="{D44D3F4E-7F9B-4AD4-ADA0-3F21E9F7E4F4}" type="slidenum">
              <a:rPr lang="en-US" smtClean="0"/>
              <a:pPr/>
              <a:t>‹#›</a:t>
            </a:fld>
            <a:endParaRPr lang="en-US" dirty="0"/>
          </a:p>
        </p:txBody>
      </p:sp>
    </p:spTree>
    <p:extLst>
      <p:ext uri="{BB962C8B-B14F-4D97-AF65-F5344CB8AC3E}">
        <p14:creationId xmlns:p14="http://schemas.microsoft.com/office/powerpoint/2010/main" val="1185523660"/>
      </p:ext>
    </p:extLst>
  </p:cSld>
  <p:clrMapOvr>
    <a:masterClrMapping/>
  </p:clrMapOvr>
  <p:extLst>
    <p:ext uri="{DCECCB84-F9BA-43D5-87BE-67443E8EF086}">
      <p15:sldGuideLst xmlns:p15="http://schemas.microsoft.com/office/powerpoint/2012/main">
        <p15:guide id="1" orient="horz" pos="1776">
          <p15:clr>
            <a:srgbClr val="FBAE40"/>
          </p15:clr>
        </p15:guide>
        <p15:guide id="2" orient="horz" pos="6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F55171-2C6C-2712-8A61-92BC01B9F9AF}"/>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テキスト プレースホルダー 5">
            <a:extLst>
              <a:ext uri="{FF2B5EF4-FFF2-40B4-BE49-F238E27FC236}">
                <a16:creationId xmlns:a16="http://schemas.microsoft.com/office/drawing/2014/main" id="{A0549755-4256-EBB7-95EC-A4D5C09A96B6}"/>
              </a:ext>
            </a:extLst>
          </p:cNvPr>
          <p:cNvSpPr>
            <a:spLocks noGrp="1"/>
          </p:cNvSpPr>
          <p:nvPr>
            <p:ph type="body" sz="quarter" idx="13" hasCustomPrompt="1"/>
          </p:nvPr>
        </p:nvSpPr>
        <p:spPr>
          <a:xfrm>
            <a:off x="838200" y="2833531"/>
            <a:ext cx="10515600" cy="3195637"/>
          </a:xfrm>
          <a:prstGeom prst="rect">
            <a:avLst/>
          </a:prstGeom>
        </p:spPr>
        <p:txBody>
          <a:bodyPr/>
          <a:lstStyle>
            <a:lvl1pPr marL="0" indent="0">
              <a:buNone/>
              <a:defRPr sz="3000" b="0">
                <a:solidFill>
                  <a:schemeClr val="bg1"/>
                </a:solidFill>
              </a:defRPr>
            </a:lvl1pPr>
            <a:lvl2pPr>
              <a:defRPr>
                <a:solidFill>
                  <a:srgbClr val="FF0000"/>
                </a:solidFill>
              </a:defRPr>
            </a:lvl2pPr>
            <a:lvl3pPr>
              <a:defRPr>
                <a:solidFill>
                  <a:srgbClr val="FF0000"/>
                </a:solidFill>
              </a:defRPr>
            </a:lvl3pPr>
            <a:lvl4pPr>
              <a:defRPr>
                <a:solidFill>
                  <a:srgbClr val="FF0000"/>
                </a:solidFill>
              </a:defRPr>
            </a:lvl4pPr>
            <a:lvl5pPr>
              <a:defRPr>
                <a:solidFill>
                  <a:srgbClr val="FF0000"/>
                </a:solidFill>
              </a:defRPr>
            </a:lvl5pPr>
          </a:lstStyle>
          <a:p>
            <a:pPr lvl="0"/>
            <a:r>
              <a:rPr kumimoji="1" lang="en-US" altLang="ja-JP" dirty="0"/>
              <a:t>I am your host. I am here to present this PowerPoint deck. You can find me at @Rigaku.com</a:t>
            </a:r>
          </a:p>
        </p:txBody>
      </p:sp>
      <p:sp>
        <p:nvSpPr>
          <p:cNvPr id="2" name="Title 1">
            <a:extLst>
              <a:ext uri="{FF2B5EF4-FFF2-40B4-BE49-F238E27FC236}">
                <a16:creationId xmlns:a16="http://schemas.microsoft.com/office/drawing/2014/main" id="{115B51CD-30FA-4631-8218-BE395C976FAB}"/>
              </a:ext>
            </a:extLst>
          </p:cNvPr>
          <p:cNvSpPr>
            <a:spLocks noGrp="1"/>
          </p:cNvSpPr>
          <p:nvPr>
            <p:ph type="title" hasCustomPrompt="1"/>
          </p:nvPr>
        </p:nvSpPr>
        <p:spPr>
          <a:xfrm>
            <a:off x="838200" y="1028701"/>
            <a:ext cx="10515600" cy="1506270"/>
          </a:xfrm>
          <a:prstGeom prst="rect">
            <a:avLst/>
          </a:prstGeom>
        </p:spPr>
        <p:txBody>
          <a:bodyPr>
            <a:noAutofit/>
          </a:bodyPr>
          <a:lstStyle>
            <a:lvl1pPr>
              <a:defRPr sz="10400" b="1" i="0">
                <a:solidFill>
                  <a:schemeClr val="bg1"/>
                </a:solidFill>
                <a:latin typeface="Segoe UI" panose="020B0502040204020203" pitchFamily="34" charset="0"/>
                <a:cs typeface="Segoe UI" panose="020B0502040204020203" pitchFamily="34" charset="0"/>
              </a:defRPr>
            </a:lvl1pPr>
          </a:lstStyle>
          <a:p>
            <a:r>
              <a:rPr lang="en-US" dirty="0"/>
              <a:t>Hello</a:t>
            </a:r>
          </a:p>
        </p:txBody>
      </p:sp>
      <p:sp>
        <p:nvSpPr>
          <p:cNvPr id="4" name="Slide Number Placeholder 3">
            <a:extLst>
              <a:ext uri="{FF2B5EF4-FFF2-40B4-BE49-F238E27FC236}">
                <a16:creationId xmlns:a16="http://schemas.microsoft.com/office/drawing/2014/main" id="{71246F4F-63CA-C315-9C31-8CFE263F1E44}"/>
              </a:ext>
            </a:extLst>
          </p:cNvPr>
          <p:cNvSpPr>
            <a:spLocks noGrp="1"/>
          </p:cNvSpPr>
          <p:nvPr>
            <p:ph type="sldNum" sz="quarter" idx="11"/>
          </p:nvPr>
        </p:nvSpPr>
        <p:spPr/>
        <p:txBody>
          <a:bodyPr/>
          <a:lstStyle/>
          <a:p>
            <a:fld id="{D44D3F4E-7F9B-4AD4-ADA0-3F21E9F7E4F4}" type="slidenum">
              <a:rPr lang="en-US" smtClean="0"/>
              <a:pPr/>
              <a:t>‹#›</a:t>
            </a:fld>
            <a:endParaRPr lang="en-US" dirty="0"/>
          </a:p>
        </p:txBody>
      </p:sp>
    </p:spTree>
    <p:extLst>
      <p:ext uri="{BB962C8B-B14F-4D97-AF65-F5344CB8AC3E}">
        <p14:creationId xmlns:p14="http://schemas.microsoft.com/office/powerpoint/2010/main" val="2448429388"/>
      </p:ext>
    </p:extLst>
  </p:cSld>
  <p:clrMapOvr>
    <a:masterClrMapping/>
  </p:clrMapOvr>
  <p:extLst>
    <p:ext uri="{DCECCB84-F9BA-43D5-87BE-67443E8EF086}">
      <p15:sldGuideLst xmlns:p15="http://schemas.microsoft.com/office/powerpoint/2012/main">
        <p15:guide id="1" orient="horz" pos="1776">
          <p15:clr>
            <a:srgbClr val="FBAE40"/>
          </p15:clr>
        </p15:guide>
        <p15:guide id="2" orient="horz" pos="6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Introductio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F55171-2C6C-2712-8A61-92BC01B9F9AF}"/>
              </a:ext>
            </a:extLst>
          </p:cNvPr>
          <p:cNvSpPr/>
          <p:nvPr userDrawn="1"/>
        </p:nvSpPr>
        <p:spPr>
          <a:xfrm>
            <a:off x="0" y="630224"/>
            <a:ext cx="12192000" cy="574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テキスト プレースホルダー 5">
            <a:extLst>
              <a:ext uri="{FF2B5EF4-FFF2-40B4-BE49-F238E27FC236}">
                <a16:creationId xmlns:a16="http://schemas.microsoft.com/office/drawing/2014/main" id="{A0549755-4256-EBB7-95EC-A4D5C09A96B6}"/>
              </a:ext>
            </a:extLst>
          </p:cNvPr>
          <p:cNvSpPr>
            <a:spLocks noGrp="1"/>
          </p:cNvSpPr>
          <p:nvPr>
            <p:ph type="body" sz="quarter" idx="13" hasCustomPrompt="1"/>
          </p:nvPr>
        </p:nvSpPr>
        <p:spPr>
          <a:xfrm>
            <a:off x="838200" y="2833531"/>
            <a:ext cx="10515600" cy="3195637"/>
          </a:xfrm>
          <a:prstGeom prst="rect">
            <a:avLst/>
          </a:prstGeom>
        </p:spPr>
        <p:txBody>
          <a:bodyPr/>
          <a:lstStyle>
            <a:lvl1pPr marL="0" indent="0">
              <a:buNone/>
              <a:defRPr sz="3000" b="0">
                <a:solidFill>
                  <a:schemeClr val="tx1"/>
                </a:solidFill>
              </a:defRPr>
            </a:lvl1pPr>
            <a:lvl2pPr>
              <a:defRPr>
                <a:solidFill>
                  <a:srgbClr val="FF0000"/>
                </a:solidFill>
              </a:defRPr>
            </a:lvl2pPr>
            <a:lvl3pPr>
              <a:defRPr>
                <a:solidFill>
                  <a:srgbClr val="FF0000"/>
                </a:solidFill>
              </a:defRPr>
            </a:lvl3pPr>
            <a:lvl4pPr>
              <a:defRPr>
                <a:solidFill>
                  <a:srgbClr val="FF0000"/>
                </a:solidFill>
              </a:defRPr>
            </a:lvl4pPr>
            <a:lvl5pPr>
              <a:defRPr>
                <a:solidFill>
                  <a:srgbClr val="FF0000"/>
                </a:solidFill>
              </a:defRPr>
            </a:lvl5pPr>
          </a:lstStyle>
          <a:p>
            <a:pPr lvl="0"/>
            <a:r>
              <a:rPr kumimoji="1" lang="en-US" altLang="ja-JP" dirty="0"/>
              <a:t>I am your host. I am here to present this PowerPoint deck. You can find me at @Rigaku.com</a:t>
            </a:r>
          </a:p>
        </p:txBody>
      </p:sp>
      <p:sp>
        <p:nvSpPr>
          <p:cNvPr id="2" name="Title 1">
            <a:extLst>
              <a:ext uri="{FF2B5EF4-FFF2-40B4-BE49-F238E27FC236}">
                <a16:creationId xmlns:a16="http://schemas.microsoft.com/office/drawing/2014/main" id="{115B51CD-30FA-4631-8218-BE395C976FAB}"/>
              </a:ext>
            </a:extLst>
          </p:cNvPr>
          <p:cNvSpPr>
            <a:spLocks noGrp="1"/>
          </p:cNvSpPr>
          <p:nvPr>
            <p:ph type="title" hasCustomPrompt="1"/>
          </p:nvPr>
        </p:nvSpPr>
        <p:spPr>
          <a:xfrm>
            <a:off x="838200" y="1028701"/>
            <a:ext cx="10515600" cy="1506270"/>
          </a:xfrm>
          <a:prstGeom prst="rect">
            <a:avLst/>
          </a:prstGeom>
        </p:spPr>
        <p:txBody>
          <a:bodyPr>
            <a:noAutofit/>
          </a:bodyPr>
          <a:lstStyle>
            <a:lvl1pPr>
              <a:defRPr sz="10400" b="1" i="0">
                <a:solidFill>
                  <a:schemeClr val="tx2"/>
                </a:solidFill>
                <a:latin typeface="Segoe UI" panose="020B0502040204020203" pitchFamily="34" charset="0"/>
                <a:cs typeface="Segoe UI" panose="020B0502040204020203" pitchFamily="34" charset="0"/>
              </a:defRPr>
            </a:lvl1pPr>
          </a:lstStyle>
          <a:p>
            <a:r>
              <a:rPr lang="en-US" dirty="0"/>
              <a:t>Hello</a:t>
            </a:r>
          </a:p>
        </p:txBody>
      </p:sp>
      <p:sp>
        <p:nvSpPr>
          <p:cNvPr id="4" name="Slide Number Placeholder 3">
            <a:extLst>
              <a:ext uri="{FF2B5EF4-FFF2-40B4-BE49-F238E27FC236}">
                <a16:creationId xmlns:a16="http://schemas.microsoft.com/office/drawing/2014/main" id="{71246F4F-63CA-C315-9C31-8CFE263F1E44}"/>
              </a:ext>
            </a:extLst>
          </p:cNvPr>
          <p:cNvSpPr>
            <a:spLocks noGrp="1"/>
          </p:cNvSpPr>
          <p:nvPr>
            <p:ph type="sldNum" sz="quarter" idx="11"/>
          </p:nvPr>
        </p:nvSpPr>
        <p:spPr/>
        <p:txBody>
          <a:bodyPr/>
          <a:lstStyle/>
          <a:p>
            <a:fld id="{D44D3F4E-7F9B-4AD4-ADA0-3F21E9F7E4F4}" type="slidenum">
              <a:rPr lang="en-US" smtClean="0"/>
              <a:pPr/>
              <a:t>‹#›</a:t>
            </a:fld>
            <a:endParaRPr lang="en-US" dirty="0"/>
          </a:p>
        </p:txBody>
      </p:sp>
    </p:spTree>
    <p:extLst>
      <p:ext uri="{BB962C8B-B14F-4D97-AF65-F5344CB8AC3E}">
        <p14:creationId xmlns:p14="http://schemas.microsoft.com/office/powerpoint/2010/main" val="3221872954"/>
      </p:ext>
    </p:extLst>
  </p:cSld>
  <p:clrMapOvr>
    <a:masterClrMapping/>
  </p:clrMapOvr>
  <p:extLst>
    <p:ext uri="{DCECCB84-F9BA-43D5-87BE-67443E8EF086}">
      <p15:sldGuideLst xmlns:p15="http://schemas.microsoft.com/office/powerpoint/2012/main">
        <p15:guide id="1" orient="horz" pos="1776">
          <p15:clr>
            <a:srgbClr val="FBAE40"/>
          </p15:clr>
        </p15:guide>
        <p15:guide id="2" orient="horz" pos="64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troduction_wPhoto">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5A11EDBD-F72D-26FD-4A3E-D8AC39237036}"/>
              </a:ext>
            </a:extLst>
          </p:cNvPr>
          <p:cNvSpPr>
            <a:spLocks noGrp="1"/>
          </p:cNvSpPr>
          <p:nvPr>
            <p:ph type="body" sz="quarter" idx="16" hasCustomPrompt="1"/>
          </p:nvPr>
        </p:nvSpPr>
        <p:spPr>
          <a:xfrm>
            <a:off x="838200" y="2824164"/>
            <a:ext cx="7086600" cy="3195636"/>
          </a:xfrm>
          <a:prstGeom prst="rect">
            <a:avLst/>
          </a:prstGeom>
        </p:spPr>
        <p:txBody>
          <a:bodyPr/>
          <a:lstStyle>
            <a:lvl1pPr marL="0" indent="0">
              <a:buNone/>
              <a:defRPr sz="3000">
                <a:solidFill>
                  <a:schemeClr val="tx1"/>
                </a:solidFill>
              </a:defRPr>
            </a:lvl1pPr>
          </a:lstStyle>
          <a:p>
            <a:pPr lvl="0"/>
            <a:r>
              <a:rPr kumimoji="1" lang="en-US" altLang="ja-JP" dirty="0"/>
              <a:t>I am your host. I am here to present this PowerPoint deck. You can find me at @Rigaku.com</a:t>
            </a:r>
          </a:p>
          <a:p>
            <a:pPr lvl="0"/>
            <a:endParaRPr kumimoji="1" lang="ja-JP" altLang="en-US" dirty="0"/>
          </a:p>
        </p:txBody>
      </p:sp>
      <p:sp>
        <p:nvSpPr>
          <p:cNvPr id="2" name="Title 1">
            <a:extLst>
              <a:ext uri="{FF2B5EF4-FFF2-40B4-BE49-F238E27FC236}">
                <a16:creationId xmlns:a16="http://schemas.microsoft.com/office/drawing/2014/main" id="{115B51CD-30FA-4631-8218-BE395C976FAB}"/>
              </a:ext>
            </a:extLst>
          </p:cNvPr>
          <p:cNvSpPr>
            <a:spLocks noGrp="1"/>
          </p:cNvSpPr>
          <p:nvPr>
            <p:ph type="title" hasCustomPrompt="1"/>
          </p:nvPr>
        </p:nvSpPr>
        <p:spPr>
          <a:xfrm>
            <a:off x="838200" y="1028701"/>
            <a:ext cx="7086600" cy="1506270"/>
          </a:xfrm>
          <a:prstGeom prst="rect">
            <a:avLst/>
          </a:prstGeom>
        </p:spPr>
        <p:txBody>
          <a:bodyPr>
            <a:noAutofit/>
          </a:bodyPr>
          <a:lstStyle>
            <a:lvl1pPr>
              <a:defRPr sz="10400" b="1" i="0">
                <a:latin typeface="Segoe UI" panose="020B0502040204020203" pitchFamily="34" charset="0"/>
                <a:cs typeface="Segoe UI" panose="020B0502040204020203" pitchFamily="34" charset="0"/>
              </a:defRPr>
            </a:lvl1pPr>
          </a:lstStyle>
          <a:p>
            <a:r>
              <a:rPr lang="en-US" dirty="0"/>
              <a:t>Hello</a:t>
            </a:r>
          </a:p>
        </p:txBody>
      </p:sp>
      <p:sp>
        <p:nvSpPr>
          <p:cNvPr id="4" name="Slide Number Placeholder 3">
            <a:extLst>
              <a:ext uri="{FF2B5EF4-FFF2-40B4-BE49-F238E27FC236}">
                <a16:creationId xmlns:a16="http://schemas.microsoft.com/office/drawing/2014/main" id="{71246F4F-63CA-C315-9C31-8CFE263F1E44}"/>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Picture Placeholder 5">
            <a:extLst>
              <a:ext uri="{FF2B5EF4-FFF2-40B4-BE49-F238E27FC236}">
                <a16:creationId xmlns:a16="http://schemas.microsoft.com/office/drawing/2014/main" id="{90FB6227-B352-69E5-6274-245572D0F60F}"/>
              </a:ext>
            </a:extLst>
          </p:cNvPr>
          <p:cNvSpPr>
            <a:spLocks noGrp="1"/>
          </p:cNvSpPr>
          <p:nvPr>
            <p:ph type="pic" sz="quarter" idx="13"/>
          </p:nvPr>
        </p:nvSpPr>
        <p:spPr>
          <a:xfrm>
            <a:off x="8636000" y="1714500"/>
            <a:ext cx="2260600" cy="2260600"/>
          </a:xfrm>
          <a:prstGeom prst="ellipse">
            <a:avLst/>
          </a:prstGeom>
          <a:solidFill>
            <a:schemeClr val="bg1">
              <a:lumMod val="95000"/>
            </a:schemeClr>
          </a:solidFill>
        </p:spPr>
        <p:txBody>
          <a:bodyPr anchor="ctr">
            <a:normAutofit/>
          </a:bodyPr>
          <a:lstStyle>
            <a:lvl1pPr marL="0" indent="0" algn="ctr">
              <a:buNone/>
              <a:defRPr sz="1600" b="1" i="1">
                <a:solidFill>
                  <a:srgbClr val="041E42"/>
                </a:solidFill>
              </a:defRPr>
            </a:lvl1pPr>
          </a:lstStyle>
          <a:p>
            <a:r>
              <a:rPr lang="en-US" altLang="ja-JP"/>
              <a:t>Click icon to add picture</a:t>
            </a:r>
            <a:endParaRPr lang="en-US" dirty="0"/>
          </a:p>
        </p:txBody>
      </p:sp>
      <p:sp>
        <p:nvSpPr>
          <p:cNvPr id="8" name="Text Placeholder 7">
            <a:extLst>
              <a:ext uri="{FF2B5EF4-FFF2-40B4-BE49-F238E27FC236}">
                <a16:creationId xmlns:a16="http://schemas.microsoft.com/office/drawing/2014/main" id="{E594B7A6-A60C-8B70-F3B1-8AAAA591AE02}"/>
              </a:ext>
            </a:extLst>
          </p:cNvPr>
          <p:cNvSpPr>
            <a:spLocks noGrp="1"/>
          </p:cNvSpPr>
          <p:nvPr>
            <p:ph type="body" sz="quarter" idx="14" hasCustomPrompt="1"/>
          </p:nvPr>
        </p:nvSpPr>
        <p:spPr>
          <a:xfrm>
            <a:off x="8712200" y="4076699"/>
            <a:ext cx="2146300" cy="331339"/>
          </a:xfrm>
          <a:prstGeom prst="rect">
            <a:avLst/>
          </a:prstGeom>
        </p:spPr>
        <p:txBody>
          <a:bodyPr>
            <a:normAutofit/>
          </a:bodyPr>
          <a:lstStyle>
            <a:lvl1pPr marL="0" indent="0" algn="ctr">
              <a:buNone/>
              <a:defRPr sz="1800" b="1" i="0">
                <a:solidFill>
                  <a:srgbClr val="041E42"/>
                </a:solidFill>
                <a:latin typeface="Segoe UI Semibold" panose="020B0502040204020203" pitchFamily="34" charset="0"/>
                <a:cs typeface="Segoe UI Semibold" panose="020B0502040204020203" pitchFamily="34" charset="0"/>
              </a:defRPr>
            </a:lvl1pPr>
          </a:lstStyle>
          <a:p>
            <a:pPr lvl="0"/>
            <a:r>
              <a:rPr lang="en-US" dirty="0"/>
              <a:t>First Last</a:t>
            </a:r>
          </a:p>
        </p:txBody>
      </p:sp>
      <p:sp>
        <p:nvSpPr>
          <p:cNvPr id="9" name="Text Placeholder 7">
            <a:extLst>
              <a:ext uri="{FF2B5EF4-FFF2-40B4-BE49-F238E27FC236}">
                <a16:creationId xmlns:a16="http://schemas.microsoft.com/office/drawing/2014/main" id="{4D03789A-B7CF-56C9-C72D-2AFA7F0953F6}"/>
              </a:ext>
            </a:extLst>
          </p:cNvPr>
          <p:cNvSpPr>
            <a:spLocks noGrp="1"/>
          </p:cNvSpPr>
          <p:nvPr>
            <p:ph type="body" sz="quarter" idx="15" hasCustomPrompt="1"/>
          </p:nvPr>
        </p:nvSpPr>
        <p:spPr>
          <a:xfrm>
            <a:off x="8712200" y="4420127"/>
            <a:ext cx="2146300" cy="1230233"/>
          </a:xfrm>
          <a:prstGeom prst="rect">
            <a:avLst/>
          </a:prstGeom>
        </p:spPr>
        <p:txBody>
          <a:bodyPr>
            <a:normAutofit/>
          </a:bodyPr>
          <a:lstStyle>
            <a:lvl1pPr marL="0" indent="0" algn="ctr">
              <a:buNone/>
              <a:defRPr sz="1400" b="0" i="0">
                <a:solidFill>
                  <a:srgbClr val="041E42"/>
                </a:solidFill>
                <a:latin typeface="Segoe UI Semilight" panose="020B0402040204020203" pitchFamily="34" charset="0"/>
                <a:cs typeface="Segoe UI Semilight" panose="020B0402040204020203" pitchFamily="34" charset="0"/>
              </a:defRPr>
            </a:lvl1pPr>
          </a:lstStyle>
          <a:p>
            <a:pPr lvl="0"/>
            <a:r>
              <a:rPr lang="en-US" dirty="0"/>
              <a:t>JOB TITLE</a:t>
            </a:r>
          </a:p>
          <a:p>
            <a:pPr lvl="0"/>
            <a:r>
              <a:rPr lang="en-US" dirty="0"/>
              <a:t>A little bit of information about me here.</a:t>
            </a:r>
          </a:p>
        </p:txBody>
      </p:sp>
    </p:spTree>
    <p:extLst>
      <p:ext uri="{BB962C8B-B14F-4D97-AF65-F5344CB8AC3E}">
        <p14:creationId xmlns:p14="http://schemas.microsoft.com/office/powerpoint/2010/main" val="1193429636"/>
      </p:ext>
    </p:extLst>
  </p:cSld>
  <p:clrMapOvr>
    <a:masterClrMapping/>
  </p:clrMapOvr>
  <p:extLst>
    <p:ext uri="{DCECCB84-F9BA-43D5-87BE-67443E8EF086}">
      <p15:sldGuideLst xmlns:p15="http://schemas.microsoft.com/office/powerpoint/2012/main">
        <p15:guide id="1" pos="4992">
          <p15:clr>
            <a:srgbClr val="FBAE40"/>
          </p15:clr>
        </p15:guide>
        <p15:guide id="2" orient="horz" pos="1776">
          <p15:clr>
            <a:srgbClr val="FBAE40"/>
          </p15:clr>
        </p15:guide>
        <p15:guide id="3" orient="horz" pos="6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Introduction_wPhot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C596DA6-6666-4D1D-347E-1D35AF2CE5AF}"/>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テキスト プレースホルダー 6">
            <a:extLst>
              <a:ext uri="{FF2B5EF4-FFF2-40B4-BE49-F238E27FC236}">
                <a16:creationId xmlns:a16="http://schemas.microsoft.com/office/drawing/2014/main" id="{5A11EDBD-F72D-26FD-4A3E-D8AC39237036}"/>
              </a:ext>
            </a:extLst>
          </p:cNvPr>
          <p:cNvSpPr>
            <a:spLocks noGrp="1"/>
          </p:cNvSpPr>
          <p:nvPr>
            <p:ph type="body" sz="quarter" idx="16" hasCustomPrompt="1"/>
          </p:nvPr>
        </p:nvSpPr>
        <p:spPr>
          <a:xfrm>
            <a:off x="838200" y="2824164"/>
            <a:ext cx="7086600" cy="3195636"/>
          </a:xfrm>
          <a:prstGeom prst="rect">
            <a:avLst/>
          </a:prstGeom>
        </p:spPr>
        <p:txBody>
          <a:bodyPr/>
          <a:lstStyle>
            <a:lvl1pPr marL="0" indent="0">
              <a:buNone/>
              <a:defRPr sz="3000">
                <a:solidFill>
                  <a:schemeClr val="bg1"/>
                </a:solidFill>
              </a:defRPr>
            </a:lvl1pPr>
          </a:lstStyle>
          <a:p>
            <a:pPr lvl="0"/>
            <a:r>
              <a:rPr kumimoji="1" lang="en-US" altLang="ja-JP" dirty="0"/>
              <a:t>I am your host. I am here to present this PowerPoint deck. You can find me at @Rigaku.com</a:t>
            </a:r>
          </a:p>
          <a:p>
            <a:pPr lvl="0"/>
            <a:endParaRPr kumimoji="1" lang="ja-JP" altLang="en-US" dirty="0"/>
          </a:p>
        </p:txBody>
      </p:sp>
      <p:sp>
        <p:nvSpPr>
          <p:cNvPr id="2" name="Title 1">
            <a:extLst>
              <a:ext uri="{FF2B5EF4-FFF2-40B4-BE49-F238E27FC236}">
                <a16:creationId xmlns:a16="http://schemas.microsoft.com/office/drawing/2014/main" id="{115B51CD-30FA-4631-8218-BE395C976FAB}"/>
              </a:ext>
            </a:extLst>
          </p:cNvPr>
          <p:cNvSpPr>
            <a:spLocks noGrp="1"/>
          </p:cNvSpPr>
          <p:nvPr>
            <p:ph type="title" hasCustomPrompt="1"/>
          </p:nvPr>
        </p:nvSpPr>
        <p:spPr>
          <a:xfrm>
            <a:off x="838200" y="1028701"/>
            <a:ext cx="7086600" cy="1506270"/>
          </a:xfrm>
          <a:prstGeom prst="rect">
            <a:avLst/>
          </a:prstGeom>
        </p:spPr>
        <p:txBody>
          <a:bodyPr>
            <a:noAutofit/>
          </a:bodyPr>
          <a:lstStyle>
            <a:lvl1pPr>
              <a:defRPr sz="10400" b="1" i="0">
                <a:solidFill>
                  <a:schemeClr val="bg1"/>
                </a:solidFill>
                <a:latin typeface="Segoe UI" panose="020B0502040204020203" pitchFamily="34" charset="0"/>
                <a:cs typeface="Segoe UI" panose="020B0502040204020203" pitchFamily="34" charset="0"/>
              </a:defRPr>
            </a:lvl1pPr>
          </a:lstStyle>
          <a:p>
            <a:r>
              <a:rPr lang="en-US" dirty="0"/>
              <a:t>Hello</a:t>
            </a:r>
          </a:p>
        </p:txBody>
      </p:sp>
      <p:sp>
        <p:nvSpPr>
          <p:cNvPr id="4" name="Slide Number Placeholder 3">
            <a:extLst>
              <a:ext uri="{FF2B5EF4-FFF2-40B4-BE49-F238E27FC236}">
                <a16:creationId xmlns:a16="http://schemas.microsoft.com/office/drawing/2014/main" id="{71246F4F-63CA-C315-9C31-8CFE263F1E44}"/>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Picture Placeholder 5">
            <a:extLst>
              <a:ext uri="{FF2B5EF4-FFF2-40B4-BE49-F238E27FC236}">
                <a16:creationId xmlns:a16="http://schemas.microsoft.com/office/drawing/2014/main" id="{90FB6227-B352-69E5-6274-245572D0F60F}"/>
              </a:ext>
            </a:extLst>
          </p:cNvPr>
          <p:cNvSpPr>
            <a:spLocks noGrp="1"/>
          </p:cNvSpPr>
          <p:nvPr>
            <p:ph type="pic" sz="quarter" idx="13"/>
          </p:nvPr>
        </p:nvSpPr>
        <p:spPr>
          <a:xfrm>
            <a:off x="8636000" y="1714500"/>
            <a:ext cx="2260600" cy="2260600"/>
          </a:xfrm>
          <a:prstGeom prst="ellipse">
            <a:avLst/>
          </a:prstGeom>
          <a:solidFill>
            <a:schemeClr val="bg1">
              <a:lumMod val="95000"/>
            </a:schemeClr>
          </a:solidFill>
        </p:spPr>
        <p:txBody>
          <a:bodyPr anchor="ctr">
            <a:normAutofit/>
          </a:bodyPr>
          <a:lstStyle>
            <a:lvl1pPr marL="0" indent="0" algn="ctr">
              <a:buNone/>
              <a:defRPr sz="1600" b="1" i="1">
                <a:solidFill>
                  <a:srgbClr val="041E42"/>
                </a:solidFill>
              </a:defRPr>
            </a:lvl1pPr>
          </a:lstStyle>
          <a:p>
            <a:r>
              <a:rPr lang="en-US" altLang="ja-JP"/>
              <a:t>Click icon to add picture</a:t>
            </a:r>
            <a:endParaRPr lang="en-US" dirty="0"/>
          </a:p>
        </p:txBody>
      </p:sp>
      <p:sp>
        <p:nvSpPr>
          <p:cNvPr id="8" name="Text Placeholder 7">
            <a:extLst>
              <a:ext uri="{FF2B5EF4-FFF2-40B4-BE49-F238E27FC236}">
                <a16:creationId xmlns:a16="http://schemas.microsoft.com/office/drawing/2014/main" id="{E594B7A6-A60C-8B70-F3B1-8AAAA591AE02}"/>
              </a:ext>
            </a:extLst>
          </p:cNvPr>
          <p:cNvSpPr>
            <a:spLocks noGrp="1"/>
          </p:cNvSpPr>
          <p:nvPr>
            <p:ph type="body" sz="quarter" idx="14" hasCustomPrompt="1"/>
          </p:nvPr>
        </p:nvSpPr>
        <p:spPr>
          <a:xfrm>
            <a:off x="8712200" y="4076699"/>
            <a:ext cx="2146300" cy="331339"/>
          </a:xfrm>
          <a:prstGeom prst="rect">
            <a:avLst/>
          </a:prstGeom>
        </p:spPr>
        <p:txBody>
          <a:bodyPr>
            <a:normAutofit/>
          </a:bodyPr>
          <a:lstStyle>
            <a:lvl1pPr marL="0" indent="0" algn="ctr">
              <a:buNone/>
              <a:defRPr sz="1800" b="1" i="0">
                <a:solidFill>
                  <a:schemeClr val="bg1"/>
                </a:solidFill>
                <a:latin typeface="Segoe UI Semibold" panose="020B0502040204020203" pitchFamily="34" charset="0"/>
                <a:cs typeface="Segoe UI Semibold" panose="020B0502040204020203" pitchFamily="34" charset="0"/>
              </a:defRPr>
            </a:lvl1pPr>
          </a:lstStyle>
          <a:p>
            <a:pPr lvl="0"/>
            <a:r>
              <a:rPr lang="en-US" dirty="0"/>
              <a:t>First Last</a:t>
            </a:r>
          </a:p>
        </p:txBody>
      </p:sp>
      <p:sp>
        <p:nvSpPr>
          <p:cNvPr id="9" name="Text Placeholder 7">
            <a:extLst>
              <a:ext uri="{FF2B5EF4-FFF2-40B4-BE49-F238E27FC236}">
                <a16:creationId xmlns:a16="http://schemas.microsoft.com/office/drawing/2014/main" id="{4D03789A-B7CF-56C9-C72D-2AFA7F0953F6}"/>
              </a:ext>
            </a:extLst>
          </p:cNvPr>
          <p:cNvSpPr>
            <a:spLocks noGrp="1"/>
          </p:cNvSpPr>
          <p:nvPr>
            <p:ph type="body" sz="quarter" idx="15" hasCustomPrompt="1"/>
          </p:nvPr>
        </p:nvSpPr>
        <p:spPr>
          <a:xfrm>
            <a:off x="8712200" y="4420127"/>
            <a:ext cx="2146300" cy="1230233"/>
          </a:xfrm>
          <a:prstGeom prst="rect">
            <a:avLst/>
          </a:prstGeom>
        </p:spPr>
        <p:txBody>
          <a:bodyPr>
            <a:normAutofit/>
          </a:bodyPr>
          <a:lstStyle>
            <a:lvl1pPr marL="0" indent="0" algn="ctr">
              <a:buNone/>
              <a:defRPr sz="1400" b="0" i="0">
                <a:solidFill>
                  <a:schemeClr val="bg1"/>
                </a:solidFill>
                <a:latin typeface="Segoe UI Semilight" panose="020B0402040204020203" pitchFamily="34" charset="0"/>
                <a:cs typeface="Segoe UI Semilight" panose="020B0402040204020203" pitchFamily="34" charset="0"/>
              </a:defRPr>
            </a:lvl1pPr>
          </a:lstStyle>
          <a:p>
            <a:pPr lvl="0"/>
            <a:r>
              <a:rPr lang="en-US" dirty="0"/>
              <a:t>JOB TITLE</a:t>
            </a:r>
          </a:p>
          <a:p>
            <a:pPr lvl="0"/>
            <a:r>
              <a:rPr lang="en-US" dirty="0"/>
              <a:t>A little bit of information about me here.</a:t>
            </a:r>
          </a:p>
        </p:txBody>
      </p:sp>
    </p:spTree>
    <p:extLst>
      <p:ext uri="{BB962C8B-B14F-4D97-AF65-F5344CB8AC3E}">
        <p14:creationId xmlns:p14="http://schemas.microsoft.com/office/powerpoint/2010/main" val="2575990738"/>
      </p:ext>
    </p:extLst>
  </p:cSld>
  <p:clrMapOvr>
    <a:masterClrMapping/>
  </p:clrMapOvr>
  <p:extLst>
    <p:ext uri="{DCECCB84-F9BA-43D5-87BE-67443E8EF086}">
      <p15:sldGuideLst xmlns:p15="http://schemas.microsoft.com/office/powerpoint/2012/main">
        <p15:guide id="1" pos="4992">
          <p15:clr>
            <a:srgbClr val="FBAE40"/>
          </p15:clr>
        </p15:guide>
        <p15:guide id="2" orient="horz" pos="1776">
          <p15:clr>
            <a:srgbClr val="FBAE40"/>
          </p15:clr>
        </p15:guide>
        <p15:guide id="3" orient="horz" pos="64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Introduction_wPhot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8C087A3-003C-8A11-CA1B-4C5D52559821}"/>
              </a:ext>
            </a:extLst>
          </p:cNvPr>
          <p:cNvSpPr/>
          <p:nvPr userDrawn="1"/>
        </p:nvSpPr>
        <p:spPr>
          <a:xfrm>
            <a:off x="0" y="630224"/>
            <a:ext cx="12192000" cy="574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テキスト プレースホルダー 6">
            <a:extLst>
              <a:ext uri="{FF2B5EF4-FFF2-40B4-BE49-F238E27FC236}">
                <a16:creationId xmlns:a16="http://schemas.microsoft.com/office/drawing/2014/main" id="{5A11EDBD-F72D-26FD-4A3E-D8AC39237036}"/>
              </a:ext>
            </a:extLst>
          </p:cNvPr>
          <p:cNvSpPr>
            <a:spLocks noGrp="1"/>
          </p:cNvSpPr>
          <p:nvPr>
            <p:ph type="body" sz="quarter" idx="16" hasCustomPrompt="1"/>
          </p:nvPr>
        </p:nvSpPr>
        <p:spPr>
          <a:xfrm>
            <a:off x="838200" y="2824164"/>
            <a:ext cx="7086600" cy="3195636"/>
          </a:xfrm>
          <a:prstGeom prst="rect">
            <a:avLst/>
          </a:prstGeom>
        </p:spPr>
        <p:txBody>
          <a:bodyPr/>
          <a:lstStyle>
            <a:lvl1pPr marL="0" indent="0">
              <a:buNone/>
              <a:defRPr sz="3000">
                <a:solidFill>
                  <a:schemeClr val="tx1"/>
                </a:solidFill>
              </a:defRPr>
            </a:lvl1pPr>
          </a:lstStyle>
          <a:p>
            <a:pPr lvl="0"/>
            <a:r>
              <a:rPr kumimoji="1" lang="en-US" altLang="ja-JP" dirty="0"/>
              <a:t>I am your host. I am here to present this PowerPoint deck. You can find me at @Rigaku.com</a:t>
            </a:r>
          </a:p>
          <a:p>
            <a:pPr lvl="0"/>
            <a:endParaRPr kumimoji="1" lang="ja-JP" altLang="en-US" dirty="0"/>
          </a:p>
        </p:txBody>
      </p:sp>
      <p:sp>
        <p:nvSpPr>
          <p:cNvPr id="2" name="Title 1">
            <a:extLst>
              <a:ext uri="{FF2B5EF4-FFF2-40B4-BE49-F238E27FC236}">
                <a16:creationId xmlns:a16="http://schemas.microsoft.com/office/drawing/2014/main" id="{115B51CD-30FA-4631-8218-BE395C976FAB}"/>
              </a:ext>
            </a:extLst>
          </p:cNvPr>
          <p:cNvSpPr>
            <a:spLocks noGrp="1"/>
          </p:cNvSpPr>
          <p:nvPr>
            <p:ph type="title" hasCustomPrompt="1"/>
          </p:nvPr>
        </p:nvSpPr>
        <p:spPr>
          <a:xfrm>
            <a:off x="838200" y="1028701"/>
            <a:ext cx="7086600" cy="1506270"/>
          </a:xfrm>
          <a:prstGeom prst="rect">
            <a:avLst/>
          </a:prstGeom>
        </p:spPr>
        <p:txBody>
          <a:bodyPr>
            <a:noAutofit/>
          </a:bodyPr>
          <a:lstStyle>
            <a:lvl1pPr>
              <a:defRPr sz="10400" b="1" i="0">
                <a:latin typeface="Segoe UI" panose="020B0502040204020203" pitchFamily="34" charset="0"/>
                <a:cs typeface="Segoe UI" panose="020B0502040204020203" pitchFamily="34" charset="0"/>
              </a:defRPr>
            </a:lvl1pPr>
          </a:lstStyle>
          <a:p>
            <a:r>
              <a:rPr lang="en-US" dirty="0"/>
              <a:t>Hello</a:t>
            </a:r>
          </a:p>
        </p:txBody>
      </p:sp>
      <p:sp>
        <p:nvSpPr>
          <p:cNvPr id="4" name="Slide Number Placeholder 3">
            <a:extLst>
              <a:ext uri="{FF2B5EF4-FFF2-40B4-BE49-F238E27FC236}">
                <a16:creationId xmlns:a16="http://schemas.microsoft.com/office/drawing/2014/main" id="{71246F4F-63CA-C315-9C31-8CFE263F1E44}"/>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Picture Placeholder 5">
            <a:extLst>
              <a:ext uri="{FF2B5EF4-FFF2-40B4-BE49-F238E27FC236}">
                <a16:creationId xmlns:a16="http://schemas.microsoft.com/office/drawing/2014/main" id="{90FB6227-B352-69E5-6274-245572D0F60F}"/>
              </a:ext>
            </a:extLst>
          </p:cNvPr>
          <p:cNvSpPr>
            <a:spLocks noGrp="1"/>
          </p:cNvSpPr>
          <p:nvPr>
            <p:ph type="pic" sz="quarter" idx="13"/>
          </p:nvPr>
        </p:nvSpPr>
        <p:spPr>
          <a:xfrm>
            <a:off x="8636000" y="1714500"/>
            <a:ext cx="2260600" cy="2260600"/>
          </a:xfrm>
          <a:prstGeom prst="ellipse">
            <a:avLst/>
          </a:prstGeom>
          <a:solidFill>
            <a:schemeClr val="bg1">
              <a:lumMod val="95000"/>
            </a:schemeClr>
          </a:solidFill>
        </p:spPr>
        <p:txBody>
          <a:bodyPr anchor="ctr">
            <a:normAutofit/>
          </a:bodyPr>
          <a:lstStyle>
            <a:lvl1pPr marL="0" indent="0" algn="ctr">
              <a:buNone/>
              <a:defRPr sz="1600" b="1" i="1">
                <a:solidFill>
                  <a:srgbClr val="041E42"/>
                </a:solidFill>
              </a:defRPr>
            </a:lvl1pPr>
          </a:lstStyle>
          <a:p>
            <a:r>
              <a:rPr lang="en-US" altLang="ja-JP"/>
              <a:t>Click icon to add picture</a:t>
            </a:r>
            <a:endParaRPr lang="en-US" dirty="0"/>
          </a:p>
        </p:txBody>
      </p:sp>
      <p:sp>
        <p:nvSpPr>
          <p:cNvPr id="8" name="Text Placeholder 7">
            <a:extLst>
              <a:ext uri="{FF2B5EF4-FFF2-40B4-BE49-F238E27FC236}">
                <a16:creationId xmlns:a16="http://schemas.microsoft.com/office/drawing/2014/main" id="{E594B7A6-A60C-8B70-F3B1-8AAAA591AE02}"/>
              </a:ext>
            </a:extLst>
          </p:cNvPr>
          <p:cNvSpPr>
            <a:spLocks noGrp="1"/>
          </p:cNvSpPr>
          <p:nvPr>
            <p:ph type="body" sz="quarter" idx="14" hasCustomPrompt="1"/>
          </p:nvPr>
        </p:nvSpPr>
        <p:spPr>
          <a:xfrm>
            <a:off x="8712200" y="4076699"/>
            <a:ext cx="2146300" cy="331339"/>
          </a:xfrm>
          <a:prstGeom prst="rect">
            <a:avLst/>
          </a:prstGeom>
        </p:spPr>
        <p:txBody>
          <a:bodyPr>
            <a:normAutofit/>
          </a:bodyPr>
          <a:lstStyle>
            <a:lvl1pPr marL="0" indent="0" algn="ctr">
              <a:buNone/>
              <a:defRPr sz="1800" b="1" i="0">
                <a:solidFill>
                  <a:srgbClr val="041E42"/>
                </a:solidFill>
                <a:latin typeface="Segoe UI Semibold" panose="020B0502040204020203" pitchFamily="34" charset="0"/>
                <a:cs typeface="Segoe UI Semibold" panose="020B0502040204020203" pitchFamily="34" charset="0"/>
              </a:defRPr>
            </a:lvl1pPr>
          </a:lstStyle>
          <a:p>
            <a:pPr lvl="0"/>
            <a:r>
              <a:rPr lang="en-US" dirty="0"/>
              <a:t>First Last</a:t>
            </a:r>
          </a:p>
        </p:txBody>
      </p:sp>
      <p:sp>
        <p:nvSpPr>
          <p:cNvPr id="9" name="Text Placeholder 7">
            <a:extLst>
              <a:ext uri="{FF2B5EF4-FFF2-40B4-BE49-F238E27FC236}">
                <a16:creationId xmlns:a16="http://schemas.microsoft.com/office/drawing/2014/main" id="{4D03789A-B7CF-56C9-C72D-2AFA7F0953F6}"/>
              </a:ext>
            </a:extLst>
          </p:cNvPr>
          <p:cNvSpPr>
            <a:spLocks noGrp="1"/>
          </p:cNvSpPr>
          <p:nvPr>
            <p:ph type="body" sz="quarter" idx="15" hasCustomPrompt="1"/>
          </p:nvPr>
        </p:nvSpPr>
        <p:spPr>
          <a:xfrm>
            <a:off x="8712200" y="4420127"/>
            <a:ext cx="2146300" cy="1230233"/>
          </a:xfrm>
          <a:prstGeom prst="rect">
            <a:avLst/>
          </a:prstGeom>
        </p:spPr>
        <p:txBody>
          <a:bodyPr>
            <a:normAutofit/>
          </a:bodyPr>
          <a:lstStyle>
            <a:lvl1pPr marL="0" indent="0" algn="ctr">
              <a:buNone/>
              <a:defRPr sz="1400" b="0" i="0">
                <a:solidFill>
                  <a:srgbClr val="041E42"/>
                </a:solidFill>
                <a:latin typeface="Segoe UI Semilight" panose="020B0402040204020203" pitchFamily="34" charset="0"/>
                <a:cs typeface="Segoe UI Semilight" panose="020B0402040204020203" pitchFamily="34" charset="0"/>
              </a:defRPr>
            </a:lvl1pPr>
          </a:lstStyle>
          <a:p>
            <a:pPr lvl="0"/>
            <a:r>
              <a:rPr lang="en-US" dirty="0"/>
              <a:t>JOB TITLE</a:t>
            </a:r>
          </a:p>
          <a:p>
            <a:pPr lvl="0"/>
            <a:r>
              <a:rPr lang="en-US" dirty="0"/>
              <a:t>A little bit of information about me here.</a:t>
            </a:r>
          </a:p>
        </p:txBody>
      </p:sp>
    </p:spTree>
    <p:extLst>
      <p:ext uri="{BB962C8B-B14F-4D97-AF65-F5344CB8AC3E}">
        <p14:creationId xmlns:p14="http://schemas.microsoft.com/office/powerpoint/2010/main" val="1362697372"/>
      </p:ext>
    </p:extLst>
  </p:cSld>
  <p:clrMapOvr>
    <a:masterClrMapping/>
  </p:clrMapOvr>
  <p:extLst>
    <p:ext uri="{DCECCB84-F9BA-43D5-87BE-67443E8EF086}">
      <p15:sldGuideLst xmlns:p15="http://schemas.microsoft.com/office/powerpoint/2012/main">
        <p15:guide id="1" pos="4992">
          <p15:clr>
            <a:srgbClr val="FBAE40"/>
          </p15:clr>
        </p15:guide>
        <p15:guide id="2" orient="horz" pos="1776">
          <p15:clr>
            <a:srgbClr val="FBAE40"/>
          </p15:clr>
        </p15:guide>
        <p15:guide id="3" orient="horz" pos="64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ansit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8AD97-60BE-A673-DF92-4FC2A8304421}"/>
              </a:ext>
            </a:extLst>
          </p:cNvPr>
          <p:cNvSpPr>
            <a:spLocks noGrp="1"/>
          </p:cNvSpPr>
          <p:nvPr>
            <p:ph type="title" hasCustomPrompt="1"/>
          </p:nvPr>
        </p:nvSpPr>
        <p:spPr>
          <a:xfrm>
            <a:off x="838200" y="1774480"/>
            <a:ext cx="10515600" cy="950614"/>
          </a:xfrm>
          <a:prstGeom prst="rect">
            <a:avLst/>
          </a:prstGeom>
        </p:spPr>
        <p:txBody>
          <a:bodyPr>
            <a:normAutofit/>
          </a:bodyPr>
          <a:lstStyle>
            <a:lvl1pPr algn="ctr">
              <a:defRPr sz="5400" b="1" i="0">
                <a:solidFill>
                  <a:srgbClr val="041E42"/>
                </a:solidFill>
                <a:latin typeface="Segoe UI" panose="020B0502040204020203" pitchFamily="34" charset="0"/>
                <a:cs typeface="Segoe UI" panose="020B0502040204020203" pitchFamily="34" charset="0"/>
              </a:defRPr>
            </a:lvl1pPr>
          </a:lstStyle>
          <a:p>
            <a:r>
              <a:rPr lang="en-US" dirty="0"/>
              <a:t>Transition Headline</a:t>
            </a:r>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Text Placeholder 5">
            <a:extLst>
              <a:ext uri="{FF2B5EF4-FFF2-40B4-BE49-F238E27FC236}">
                <a16:creationId xmlns:a16="http://schemas.microsoft.com/office/drawing/2014/main" id="{EECC0B96-2578-A7EB-DCC8-61374156C382}"/>
              </a:ext>
            </a:extLst>
          </p:cNvPr>
          <p:cNvSpPr>
            <a:spLocks noGrp="1"/>
          </p:cNvSpPr>
          <p:nvPr>
            <p:ph type="body" sz="quarter" idx="12" hasCustomPrompt="1"/>
          </p:nvPr>
        </p:nvSpPr>
        <p:spPr>
          <a:xfrm>
            <a:off x="838200" y="2788467"/>
            <a:ext cx="10515600" cy="2879001"/>
          </a:xfrm>
          <a:prstGeom prst="rect">
            <a:avLst/>
          </a:prstGeom>
        </p:spPr>
        <p:txBody>
          <a:bodyPr>
            <a:normAutofit/>
          </a:bodyPr>
          <a:lstStyle>
            <a:lvl1pPr marL="0" indent="0" algn="ctr">
              <a:buNone/>
              <a:defRPr sz="3000">
                <a:solidFill>
                  <a:schemeClr val="tx1"/>
                </a:solidFill>
              </a:defRPr>
            </a:lvl1pPr>
          </a:lstStyle>
          <a:p>
            <a:pPr lvl="0"/>
            <a:r>
              <a:rPr lang="en-US" dirty="0"/>
              <a:t>Let’s start with the first set of slides</a:t>
            </a:r>
          </a:p>
        </p:txBody>
      </p:sp>
    </p:spTree>
    <p:extLst>
      <p:ext uri="{BB962C8B-B14F-4D97-AF65-F5344CB8AC3E}">
        <p14:creationId xmlns:p14="http://schemas.microsoft.com/office/powerpoint/2010/main" val="24850285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ansitio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B8DC73-7900-C4CD-5AB5-A37117FBC2E1}"/>
              </a:ext>
            </a:extLst>
          </p:cNvPr>
          <p:cNvSpPr/>
          <p:nvPr userDrawn="1"/>
        </p:nvSpPr>
        <p:spPr>
          <a:xfrm>
            <a:off x="0" y="628844"/>
            <a:ext cx="12192000" cy="574338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F8AD97-60BE-A673-DF92-4FC2A8304421}"/>
              </a:ext>
            </a:extLst>
          </p:cNvPr>
          <p:cNvSpPr>
            <a:spLocks noGrp="1"/>
          </p:cNvSpPr>
          <p:nvPr>
            <p:ph type="title" hasCustomPrompt="1"/>
          </p:nvPr>
        </p:nvSpPr>
        <p:spPr>
          <a:xfrm>
            <a:off x="838200" y="1774480"/>
            <a:ext cx="10515600" cy="950614"/>
          </a:xfrm>
          <a:prstGeom prst="rect">
            <a:avLst/>
          </a:prstGeom>
        </p:spPr>
        <p:txBody>
          <a:bodyPr>
            <a:normAutofit/>
          </a:bodyPr>
          <a:lstStyle>
            <a:lvl1pPr algn="ctr">
              <a:defRPr sz="5400" b="1" i="0">
                <a:solidFill>
                  <a:srgbClr val="009CDE"/>
                </a:solidFill>
                <a:latin typeface="Segoe UI" panose="020B0502040204020203" pitchFamily="34" charset="0"/>
                <a:cs typeface="Segoe UI" panose="020B0502040204020203" pitchFamily="34" charset="0"/>
              </a:defRPr>
            </a:lvl1pPr>
          </a:lstStyle>
          <a:p>
            <a:r>
              <a:rPr lang="en-US" dirty="0"/>
              <a:t>Transition Headline</a:t>
            </a:r>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Text Placeholder 5">
            <a:extLst>
              <a:ext uri="{FF2B5EF4-FFF2-40B4-BE49-F238E27FC236}">
                <a16:creationId xmlns:a16="http://schemas.microsoft.com/office/drawing/2014/main" id="{EECC0B96-2578-A7EB-DCC8-61374156C382}"/>
              </a:ext>
            </a:extLst>
          </p:cNvPr>
          <p:cNvSpPr>
            <a:spLocks noGrp="1"/>
          </p:cNvSpPr>
          <p:nvPr>
            <p:ph type="body" sz="quarter" idx="12" hasCustomPrompt="1"/>
          </p:nvPr>
        </p:nvSpPr>
        <p:spPr>
          <a:xfrm>
            <a:off x="838200" y="2788467"/>
            <a:ext cx="10515600" cy="2879001"/>
          </a:xfrm>
          <a:prstGeom prst="rect">
            <a:avLst/>
          </a:prstGeom>
        </p:spPr>
        <p:txBody>
          <a:bodyPr>
            <a:normAutofit/>
          </a:bodyPr>
          <a:lstStyle>
            <a:lvl1pPr marL="0" indent="0" algn="ctr">
              <a:buNone/>
              <a:defRPr sz="3000">
                <a:solidFill>
                  <a:schemeClr val="bg1"/>
                </a:solidFill>
              </a:defRPr>
            </a:lvl1pPr>
          </a:lstStyle>
          <a:p>
            <a:pPr lvl="0"/>
            <a:r>
              <a:rPr lang="en-US" dirty="0"/>
              <a:t>Let’s start with the first set of slides</a:t>
            </a:r>
          </a:p>
        </p:txBody>
      </p:sp>
    </p:spTree>
    <p:extLst>
      <p:ext uri="{BB962C8B-B14F-4D97-AF65-F5344CB8AC3E}">
        <p14:creationId xmlns:p14="http://schemas.microsoft.com/office/powerpoint/2010/main" val="19938445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ansition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B8DC73-7900-C4CD-5AB5-A37117FBC2E1}"/>
              </a:ext>
            </a:extLst>
          </p:cNvPr>
          <p:cNvSpPr/>
          <p:nvPr userDrawn="1"/>
        </p:nvSpPr>
        <p:spPr>
          <a:xfrm>
            <a:off x="0" y="628627"/>
            <a:ext cx="12192000" cy="57435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F8AD97-60BE-A673-DF92-4FC2A8304421}"/>
              </a:ext>
            </a:extLst>
          </p:cNvPr>
          <p:cNvSpPr>
            <a:spLocks noGrp="1"/>
          </p:cNvSpPr>
          <p:nvPr>
            <p:ph type="title" hasCustomPrompt="1"/>
          </p:nvPr>
        </p:nvSpPr>
        <p:spPr>
          <a:xfrm>
            <a:off x="838200" y="1774480"/>
            <a:ext cx="10515600" cy="950614"/>
          </a:xfrm>
          <a:prstGeom prst="rect">
            <a:avLst/>
          </a:prstGeom>
        </p:spPr>
        <p:txBody>
          <a:bodyPr>
            <a:normAutofit/>
          </a:bodyPr>
          <a:lstStyle>
            <a:lvl1pPr algn="ctr">
              <a:defRPr sz="5400" b="1" i="0">
                <a:solidFill>
                  <a:srgbClr val="041E42"/>
                </a:solidFill>
                <a:latin typeface="Segoe UI" panose="020B0502040204020203" pitchFamily="34" charset="0"/>
                <a:cs typeface="Segoe UI" panose="020B0502040204020203" pitchFamily="34" charset="0"/>
              </a:defRPr>
            </a:lvl1pPr>
          </a:lstStyle>
          <a:p>
            <a:r>
              <a:rPr lang="en-US" dirty="0"/>
              <a:t>Transition Headline</a:t>
            </a:r>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Text Placeholder 5">
            <a:extLst>
              <a:ext uri="{FF2B5EF4-FFF2-40B4-BE49-F238E27FC236}">
                <a16:creationId xmlns:a16="http://schemas.microsoft.com/office/drawing/2014/main" id="{EECC0B96-2578-A7EB-DCC8-61374156C382}"/>
              </a:ext>
            </a:extLst>
          </p:cNvPr>
          <p:cNvSpPr>
            <a:spLocks noGrp="1"/>
          </p:cNvSpPr>
          <p:nvPr>
            <p:ph type="body" sz="quarter" idx="12" hasCustomPrompt="1"/>
          </p:nvPr>
        </p:nvSpPr>
        <p:spPr>
          <a:xfrm>
            <a:off x="838200" y="2788467"/>
            <a:ext cx="10515600" cy="2879001"/>
          </a:xfrm>
          <a:prstGeom prst="rect">
            <a:avLst/>
          </a:prstGeom>
        </p:spPr>
        <p:txBody>
          <a:bodyPr>
            <a:normAutofit/>
          </a:bodyPr>
          <a:lstStyle>
            <a:lvl1pPr marL="0" indent="0" algn="ctr">
              <a:buNone/>
              <a:defRPr sz="3000">
                <a:solidFill>
                  <a:srgbClr val="041E42"/>
                </a:solidFill>
              </a:defRPr>
            </a:lvl1pPr>
          </a:lstStyle>
          <a:p>
            <a:pPr lvl="0"/>
            <a:r>
              <a:rPr lang="en-US" dirty="0"/>
              <a:t>Let’s start with the first set of slides</a:t>
            </a:r>
          </a:p>
        </p:txBody>
      </p:sp>
    </p:spTree>
    <p:extLst>
      <p:ext uri="{BB962C8B-B14F-4D97-AF65-F5344CB8AC3E}">
        <p14:creationId xmlns:p14="http://schemas.microsoft.com/office/powerpoint/2010/main" val="75651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B8DC73-7900-C4CD-5AB5-A37117FBC2E1}"/>
              </a:ext>
            </a:extLst>
          </p:cNvPr>
          <p:cNvSpPr/>
          <p:nvPr userDrawn="1"/>
        </p:nvSpPr>
        <p:spPr>
          <a:xfrm>
            <a:off x="0" y="629249"/>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F8AD97-60BE-A673-DF92-4FC2A8304421}"/>
              </a:ext>
            </a:extLst>
          </p:cNvPr>
          <p:cNvSpPr>
            <a:spLocks noGrp="1"/>
          </p:cNvSpPr>
          <p:nvPr>
            <p:ph type="title" hasCustomPrompt="1"/>
          </p:nvPr>
        </p:nvSpPr>
        <p:spPr>
          <a:xfrm>
            <a:off x="838200" y="3565635"/>
            <a:ext cx="10515600" cy="2067910"/>
          </a:xfrm>
          <a:prstGeom prst="rect">
            <a:avLst/>
          </a:prstGeom>
        </p:spPr>
        <p:txBody>
          <a:bodyPr>
            <a:noAutofit/>
          </a:bodyPr>
          <a:lstStyle>
            <a:lvl1pPr algn="ctr">
              <a:defRPr sz="8000" b="1" i="0">
                <a:solidFill>
                  <a:srgbClr val="009CDE"/>
                </a:solidFill>
                <a:latin typeface="Segoe UI" panose="020B0502040204020203" pitchFamily="34" charset="0"/>
                <a:cs typeface="Segoe UI" panose="020B0502040204020203" pitchFamily="34" charset="0"/>
              </a:defRPr>
            </a:lvl1pPr>
          </a:lstStyle>
          <a:p>
            <a:r>
              <a:rPr lang="en-US" dirty="0"/>
              <a:t>Divider One</a:t>
            </a:r>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Picture Placeholder 7">
            <a:extLst>
              <a:ext uri="{FF2B5EF4-FFF2-40B4-BE49-F238E27FC236}">
                <a16:creationId xmlns:a16="http://schemas.microsoft.com/office/drawing/2014/main" id="{22FB422E-3CDE-1BF2-DB90-DF490EBB9857}"/>
              </a:ext>
            </a:extLst>
          </p:cNvPr>
          <p:cNvSpPr>
            <a:spLocks noGrp="1"/>
          </p:cNvSpPr>
          <p:nvPr>
            <p:ph type="pic" sz="quarter" idx="12" hasCustomPrompt="1"/>
          </p:nvPr>
        </p:nvSpPr>
        <p:spPr>
          <a:xfrm>
            <a:off x="5264827" y="1414807"/>
            <a:ext cx="1662346" cy="1662347"/>
          </a:xfrm>
          <a:prstGeom prst="ellipse">
            <a:avLst/>
          </a:prstGeom>
        </p:spPr>
        <p:txBody>
          <a:bodyPr anchor="ctr"/>
          <a:lstStyle>
            <a:lvl1pPr marL="0" indent="0" algn="ctr">
              <a:buNone/>
              <a:defRPr sz="1600" b="1" i="1">
                <a:solidFill>
                  <a:schemeClr val="bg1"/>
                </a:solidFill>
              </a:defRPr>
            </a:lvl1pPr>
          </a:lstStyle>
          <a:p>
            <a:r>
              <a:rPr lang="en-US" dirty="0"/>
              <a:t>Click to add icon</a:t>
            </a:r>
          </a:p>
        </p:txBody>
      </p:sp>
    </p:spTree>
    <p:extLst>
      <p:ext uri="{BB962C8B-B14F-4D97-AF65-F5344CB8AC3E}">
        <p14:creationId xmlns:p14="http://schemas.microsoft.com/office/powerpoint/2010/main" val="28961456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B8DC73-7900-C4CD-5AB5-A37117FBC2E1}"/>
              </a:ext>
            </a:extLst>
          </p:cNvPr>
          <p:cNvSpPr/>
          <p:nvPr userDrawn="1"/>
        </p:nvSpPr>
        <p:spPr>
          <a:xfrm>
            <a:off x="0" y="637200"/>
            <a:ext cx="12192000" cy="574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itle 1">
            <a:extLst>
              <a:ext uri="{FF2B5EF4-FFF2-40B4-BE49-F238E27FC236}">
                <a16:creationId xmlns:a16="http://schemas.microsoft.com/office/drawing/2014/main" id="{7452F62A-E7A2-0DB9-4A89-3E056204776B}"/>
              </a:ext>
            </a:extLst>
          </p:cNvPr>
          <p:cNvSpPr>
            <a:spLocks noGrp="1"/>
          </p:cNvSpPr>
          <p:nvPr>
            <p:ph type="title" hasCustomPrompt="1"/>
          </p:nvPr>
        </p:nvSpPr>
        <p:spPr>
          <a:xfrm>
            <a:off x="838200" y="3565635"/>
            <a:ext cx="10515600" cy="2067910"/>
          </a:xfrm>
          <a:prstGeom prst="rect">
            <a:avLst/>
          </a:prstGeom>
        </p:spPr>
        <p:txBody>
          <a:bodyPr>
            <a:noAutofit/>
          </a:bodyPr>
          <a:lstStyle>
            <a:lvl1pPr algn="ctr">
              <a:defRPr sz="8000" b="1" i="0">
                <a:solidFill>
                  <a:srgbClr val="041E42"/>
                </a:solidFill>
                <a:latin typeface="Segoe UI" panose="020B0502040204020203" pitchFamily="34" charset="0"/>
                <a:cs typeface="Segoe UI" panose="020B0502040204020203" pitchFamily="34" charset="0"/>
              </a:defRPr>
            </a:lvl1pPr>
          </a:lstStyle>
          <a:p>
            <a:r>
              <a:rPr lang="en-US" dirty="0"/>
              <a:t>Divider Two</a:t>
            </a:r>
          </a:p>
        </p:txBody>
      </p:sp>
      <p:sp>
        <p:nvSpPr>
          <p:cNvPr id="10" name="Picture Placeholder 7">
            <a:extLst>
              <a:ext uri="{FF2B5EF4-FFF2-40B4-BE49-F238E27FC236}">
                <a16:creationId xmlns:a16="http://schemas.microsoft.com/office/drawing/2014/main" id="{BECDD753-5CE1-1101-6BDE-866C09B56E71}"/>
              </a:ext>
            </a:extLst>
          </p:cNvPr>
          <p:cNvSpPr>
            <a:spLocks noGrp="1"/>
          </p:cNvSpPr>
          <p:nvPr>
            <p:ph type="pic" sz="quarter" idx="12" hasCustomPrompt="1"/>
          </p:nvPr>
        </p:nvSpPr>
        <p:spPr>
          <a:xfrm>
            <a:off x="5264827" y="1414807"/>
            <a:ext cx="1662346" cy="1662347"/>
          </a:xfrm>
          <a:prstGeom prst="ellipse">
            <a:avLst/>
          </a:prstGeom>
        </p:spPr>
        <p:txBody>
          <a:bodyPr anchor="ctr"/>
          <a:lstStyle>
            <a:lvl1pPr marL="0" indent="0" algn="ctr">
              <a:buNone/>
              <a:defRPr sz="1600" b="1" i="1">
                <a:solidFill>
                  <a:srgbClr val="041E42"/>
                </a:solidFill>
              </a:defRPr>
            </a:lvl1pPr>
          </a:lstStyle>
          <a:p>
            <a:r>
              <a:rPr lang="en-US" dirty="0"/>
              <a:t>Click to add icon</a:t>
            </a:r>
          </a:p>
        </p:txBody>
      </p:sp>
    </p:spTree>
    <p:extLst>
      <p:ext uri="{BB962C8B-B14F-4D97-AF65-F5344CB8AC3E}">
        <p14:creationId xmlns:p14="http://schemas.microsoft.com/office/powerpoint/2010/main" val="21683266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itle 1">
            <a:extLst>
              <a:ext uri="{FF2B5EF4-FFF2-40B4-BE49-F238E27FC236}">
                <a16:creationId xmlns:a16="http://schemas.microsoft.com/office/drawing/2014/main" id="{E09AC8B1-E97D-4DCA-D805-406B1D461ED7}"/>
              </a:ext>
            </a:extLst>
          </p:cNvPr>
          <p:cNvSpPr>
            <a:spLocks noGrp="1"/>
          </p:cNvSpPr>
          <p:nvPr>
            <p:ph type="title" hasCustomPrompt="1"/>
          </p:nvPr>
        </p:nvSpPr>
        <p:spPr>
          <a:xfrm>
            <a:off x="838200" y="3565635"/>
            <a:ext cx="10515600" cy="2067910"/>
          </a:xfrm>
          <a:prstGeom prst="rect">
            <a:avLst/>
          </a:prstGeom>
        </p:spPr>
        <p:txBody>
          <a:bodyPr>
            <a:noAutofit/>
          </a:bodyPr>
          <a:lstStyle>
            <a:lvl1pPr algn="ctr">
              <a:defRPr sz="8000" b="1" i="0">
                <a:solidFill>
                  <a:srgbClr val="041E42"/>
                </a:solidFill>
                <a:latin typeface="Segoe UI" panose="020B0502040204020203" pitchFamily="34" charset="0"/>
                <a:cs typeface="Segoe UI" panose="020B0502040204020203" pitchFamily="34" charset="0"/>
              </a:defRPr>
            </a:lvl1pPr>
          </a:lstStyle>
          <a:p>
            <a:r>
              <a:rPr lang="en-US" dirty="0"/>
              <a:t>Divider Three</a:t>
            </a:r>
          </a:p>
        </p:txBody>
      </p:sp>
      <p:sp>
        <p:nvSpPr>
          <p:cNvPr id="6" name="Picture Placeholder 7">
            <a:extLst>
              <a:ext uri="{FF2B5EF4-FFF2-40B4-BE49-F238E27FC236}">
                <a16:creationId xmlns:a16="http://schemas.microsoft.com/office/drawing/2014/main" id="{5D03CF9A-A4D5-DEDA-54FB-02515CE1D915}"/>
              </a:ext>
            </a:extLst>
          </p:cNvPr>
          <p:cNvSpPr>
            <a:spLocks noGrp="1"/>
          </p:cNvSpPr>
          <p:nvPr>
            <p:ph type="pic" sz="quarter" idx="12" hasCustomPrompt="1"/>
          </p:nvPr>
        </p:nvSpPr>
        <p:spPr>
          <a:xfrm>
            <a:off x="5264827" y="1414807"/>
            <a:ext cx="1662346" cy="1662347"/>
          </a:xfrm>
          <a:prstGeom prst="ellipse">
            <a:avLst/>
          </a:prstGeom>
        </p:spPr>
        <p:txBody>
          <a:bodyPr anchor="ctr"/>
          <a:lstStyle>
            <a:lvl1pPr marL="0" indent="0" algn="ctr">
              <a:buNone/>
              <a:defRPr sz="1600" b="1" i="1">
                <a:solidFill>
                  <a:srgbClr val="041E42"/>
                </a:solidFill>
              </a:defRPr>
            </a:lvl1pPr>
          </a:lstStyle>
          <a:p>
            <a:r>
              <a:rPr lang="en-US" dirty="0"/>
              <a:t>Click to add icon</a:t>
            </a:r>
          </a:p>
        </p:txBody>
      </p:sp>
    </p:spTree>
    <p:extLst>
      <p:ext uri="{BB962C8B-B14F-4D97-AF65-F5344CB8AC3E}">
        <p14:creationId xmlns:p14="http://schemas.microsoft.com/office/powerpoint/2010/main" val="396359415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atio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8AD97-60BE-A673-DF92-4FC2A8304421}"/>
              </a:ext>
            </a:extLst>
          </p:cNvPr>
          <p:cNvSpPr>
            <a:spLocks noGrp="1"/>
          </p:cNvSpPr>
          <p:nvPr>
            <p:ph type="title" hasCustomPrompt="1"/>
          </p:nvPr>
        </p:nvSpPr>
        <p:spPr>
          <a:xfrm>
            <a:off x="838200" y="1774480"/>
            <a:ext cx="10515600" cy="3150605"/>
          </a:xfrm>
          <a:prstGeom prst="rect">
            <a:avLst/>
          </a:prstGeom>
        </p:spPr>
        <p:txBody>
          <a:bodyPr>
            <a:normAutofit/>
          </a:bodyPr>
          <a:lstStyle>
            <a:lvl1pPr algn="ctr">
              <a:defRPr sz="5400" b="0" i="1">
                <a:solidFill>
                  <a:srgbClr val="041E42"/>
                </a:solidFill>
                <a:latin typeface="Segoe UI" panose="020B0502040204020203" pitchFamily="34" charset="0"/>
                <a:cs typeface="Segoe UI" panose="020B0502040204020203" pitchFamily="34" charset="0"/>
              </a:defRPr>
            </a:lvl1pPr>
          </a:lstStyle>
          <a:p>
            <a:r>
              <a:rPr lang="en-US" dirty="0"/>
              <a:t>“Quotations are commonly used as a means of inspiration and to invoke philosophical thoughts from the reader” </a:t>
            </a:r>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Tree>
    <p:extLst>
      <p:ext uri="{BB962C8B-B14F-4D97-AF65-F5344CB8AC3E}">
        <p14:creationId xmlns:p14="http://schemas.microsoft.com/office/powerpoint/2010/main" val="25243220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ations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B8DC73-7900-C4CD-5AB5-A37117FBC2E1}"/>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itle 1">
            <a:extLst>
              <a:ext uri="{FF2B5EF4-FFF2-40B4-BE49-F238E27FC236}">
                <a16:creationId xmlns:a16="http://schemas.microsoft.com/office/drawing/2014/main" id="{34210C4B-BBAF-8D4F-2DBC-DE81A8B59023}"/>
              </a:ext>
            </a:extLst>
          </p:cNvPr>
          <p:cNvSpPr>
            <a:spLocks noGrp="1"/>
          </p:cNvSpPr>
          <p:nvPr>
            <p:ph type="title" hasCustomPrompt="1"/>
          </p:nvPr>
        </p:nvSpPr>
        <p:spPr>
          <a:xfrm>
            <a:off x="838200" y="1774480"/>
            <a:ext cx="10515600" cy="3150605"/>
          </a:xfrm>
          <a:prstGeom prst="rect">
            <a:avLst/>
          </a:prstGeom>
        </p:spPr>
        <p:txBody>
          <a:bodyPr>
            <a:normAutofit/>
          </a:bodyPr>
          <a:lstStyle>
            <a:lvl1pPr algn="ctr">
              <a:defRPr sz="5400" b="0" i="1">
                <a:solidFill>
                  <a:schemeClr val="bg1"/>
                </a:solidFill>
                <a:latin typeface="Segoe UI" panose="020B0502040204020203" pitchFamily="34" charset="0"/>
                <a:cs typeface="Segoe UI" panose="020B0502040204020203" pitchFamily="34" charset="0"/>
              </a:defRPr>
            </a:lvl1pPr>
          </a:lstStyle>
          <a:p>
            <a:r>
              <a:rPr lang="en-US" dirty="0"/>
              <a:t>“Quotations are commonly used as a means of inspiration and to invoke philosophical thoughts from the reader” </a:t>
            </a:r>
          </a:p>
        </p:txBody>
      </p:sp>
    </p:spTree>
    <p:extLst>
      <p:ext uri="{BB962C8B-B14F-4D97-AF65-F5344CB8AC3E}">
        <p14:creationId xmlns:p14="http://schemas.microsoft.com/office/powerpoint/2010/main" val="20986035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ations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B8DC73-7900-C4CD-5AB5-A37117FBC2E1}"/>
              </a:ext>
            </a:extLst>
          </p:cNvPr>
          <p:cNvSpPr/>
          <p:nvPr userDrawn="1"/>
        </p:nvSpPr>
        <p:spPr>
          <a:xfrm>
            <a:off x="0" y="629249"/>
            <a:ext cx="12192000" cy="574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itle 1">
            <a:extLst>
              <a:ext uri="{FF2B5EF4-FFF2-40B4-BE49-F238E27FC236}">
                <a16:creationId xmlns:a16="http://schemas.microsoft.com/office/drawing/2014/main" id="{A4ED37BD-79A7-ED49-6EDA-63DEC4DEBF38}"/>
              </a:ext>
            </a:extLst>
          </p:cNvPr>
          <p:cNvSpPr>
            <a:spLocks noGrp="1"/>
          </p:cNvSpPr>
          <p:nvPr>
            <p:ph type="title" hasCustomPrompt="1"/>
          </p:nvPr>
        </p:nvSpPr>
        <p:spPr>
          <a:xfrm>
            <a:off x="838200" y="1774480"/>
            <a:ext cx="10515600" cy="3150605"/>
          </a:xfrm>
          <a:prstGeom prst="rect">
            <a:avLst/>
          </a:prstGeom>
        </p:spPr>
        <p:txBody>
          <a:bodyPr>
            <a:normAutofit/>
          </a:bodyPr>
          <a:lstStyle>
            <a:lvl1pPr algn="ctr">
              <a:defRPr sz="5400" b="0" i="1">
                <a:solidFill>
                  <a:srgbClr val="041E42"/>
                </a:solidFill>
                <a:latin typeface="Segoe UI" panose="020B0502040204020203" pitchFamily="34" charset="0"/>
                <a:cs typeface="Segoe UI" panose="020B0502040204020203" pitchFamily="34" charset="0"/>
              </a:defRPr>
            </a:lvl1pPr>
          </a:lstStyle>
          <a:p>
            <a:r>
              <a:rPr lang="en-US" dirty="0"/>
              <a:t>“Quotations are commonly used as a means of inspiration and to invoke philosophical thoughts from the reader” </a:t>
            </a:r>
          </a:p>
        </p:txBody>
      </p:sp>
    </p:spTree>
    <p:extLst>
      <p:ext uri="{BB962C8B-B14F-4D97-AF65-F5344CB8AC3E}">
        <p14:creationId xmlns:p14="http://schemas.microsoft.com/office/powerpoint/2010/main" val="16810526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ulleted List_noImage_Headlin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838200" y="1967592"/>
            <a:ext cx="10515600" cy="4052208"/>
          </a:xfrm>
          <a:prstGeom prst="rect">
            <a:avLst/>
          </a:prstGeom>
        </p:spPr>
        <p:txBody>
          <a:bodyPr>
            <a:normAutofit/>
          </a:bodyPr>
          <a:lstStyle>
            <a:lvl1pPr marL="274313" indent="-274313">
              <a:buClr>
                <a:srgbClr val="009CDE"/>
              </a:buClr>
              <a:buFont typeface="Wingdings" pitchFamily="2" charset="2"/>
              <a:buChar char="§"/>
              <a:defRPr sz="32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2" name="Title 1">
            <a:extLst>
              <a:ext uri="{FF2B5EF4-FFF2-40B4-BE49-F238E27FC236}">
                <a16:creationId xmlns:a16="http://schemas.microsoft.com/office/drawing/2014/main" id="{49FE9CAC-6631-4607-207D-95397AC0BC0A}"/>
              </a:ext>
            </a:extLst>
          </p:cNvPr>
          <p:cNvSpPr>
            <a:spLocks noGrp="1"/>
          </p:cNvSpPr>
          <p:nvPr>
            <p:ph type="title" hasCustomPrompt="1"/>
          </p:nvPr>
        </p:nvSpPr>
        <p:spPr>
          <a:xfrm>
            <a:off x="838200" y="1145720"/>
            <a:ext cx="10515600" cy="691243"/>
          </a:xfrm>
          <a:prstGeom prst="rect">
            <a:avLst/>
          </a:prstGeom>
        </p:spPr>
        <p:txBody>
          <a:bodyPr/>
          <a:lstStyle>
            <a:lvl1pPr>
              <a:spcBef>
                <a:spcPts val="751"/>
              </a:spcBef>
              <a:defRPr sz="3400"/>
            </a:lvl1pPr>
          </a:lstStyle>
          <a:p>
            <a:r>
              <a:rPr lang="en-US" dirty="0"/>
              <a:t>Main Heading – Size 34pt font</a:t>
            </a:r>
          </a:p>
        </p:txBody>
      </p:sp>
    </p:spTree>
    <p:extLst>
      <p:ext uri="{BB962C8B-B14F-4D97-AF65-F5344CB8AC3E}">
        <p14:creationId xmlns:p14="http://schemas.microsoft.com/office/powerpoint/2010/main" val="41655851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ulleted List_noImage_Head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1F3A94-EB2D-1412-5003-0A9DC08534A8}"/>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838200" y="1967592"/>
            <a:ext cx="10515600" cy="4052208"/>
          </a:xfrm>
          <a:prstGeom prst="rect">
            <a:avLst/>
          </a:prstGeom>
        </p:spPr>
        <p:txBody>
          <a:bodyPr>
            <a:normAutofit/>
          </a:bodyPr>
          <a:lstStyle>
            <a:lvl1pPr marL="274313" indent="-274313">
              <a:buClr>
                <a:srgbClr val="009CDE"/>
              </a:buClr>
              <a:buFont typeface="Wingdings" pitchFamily="2" charset="2"/>
              <a:buChar char="§"/>
              <a:defRPr sz="32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2" name="Title 1">
            <a:extLst>
              <a:ext uri="{FF2B5EF4-FFF2-40B4-BE49-F238E27FC236}">
                <a16:creationId xmlns:a16="http://schemas.microsoft.com/office/drawing/2014/main" id="{49FE9CAC-6631-4607-207D-95397AC0BC0A}"/>
              </a:ext>
            </a:extLst>
          </p:cNvPr>
          <p:cNvSpPr>
            <a:spLocks noGrp="1"/>
          </p:cNvSpPr>
          <p:nvPr>
            <p:ph type="title" hasCustomPrompt="1"/>
          </p:nvPr>
        </p:nvSpPr>
        <p:spPr>
          <a:xfrm>
            <a:off x="838200" y="1145720"/>
            <a:ext cx="10515600" cy="691243"/>
          </a:xfrm>
          <a:prstGeom prst="rect">
            <a:avLst/>
          </a:prstGeom>
        </p:spPr>
        <p:txBody>
          <a:bodyPr/>
          <a:lstStyle>
            <a:lvl1pPr>
              <a:spcBef>
                <a:spcPts val="751"/>
              </a:spcBef>
              <a:defRPr sz="3400">
                <a:solidFill>
                  <a:schemeClr val="bg1"/>
                </a:solidFill>
              </a:defRPr>
            </a:lvl1pPr>
          </a:lstStyle>
          <a:p>
            <a:r>
              <a:rPr lang="en-US" dirty="0"/>
              <a:t>Main Heading – Size 34pt font</a:t>
            </a:r>
          </a:p>
        </p:txBody>
      </p:sp>
    </p:spTree>
    <p:extLst>
      <p:ext uri="{BB962C8B-B14F-4D97-AF65-F5344CB8AC3E}">
        <p14:creationId xmlns:p14="http://schemas.microsoft.com/office/powerpoint/2010/main" val="25665665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JP_Bulleted List_noImage_Headlin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F61ADF6-86D5-C2A7-12FD-D5890F8CD3F9}"/>
              </a:ext>
            </a:extLst>
          </p:cNvPr>
          <p:cNvSpPr/>
          <p:nvPr userDrawn="1"/>
        </p:nvSpPr>
        <p:spPr>
          <a:xfrm>
            <a:off x="0" y="629249"/>
            <a:ext cx="12192000" cy="574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Text Placeholder 4">
            <a:extLst>
              <a:ext uri="{FF2B5EF4-FFF2-40B4-BE49-F238E27FC236}">
                <a16:creationId xmlns:a16="http://schemas.microsoft.com/office/drawing/2014/main" id="{48CF031A-6018-88FE-7614-A97989E9B434}"/>
              </a:ext>
            </a:extLst>
          </p:cNvPr>
          <p:cNvSpPr>
            <a:spLocks noGrp="1"/>
          </p:cNvSpPr>
          <p:nvPr>
            <p:ph type="body" sz="quarter" idx="12"/>
          </p:nvPr>
        </p:nvSpPr>
        <p:spPr>
          <a:xfrm>
            <a:off x="838200" y="1967592"/>
            <a:ext cx="10515600" cy="4052208"/>
          </a:xfrm>
          <a:prstGeom prst="rect">
            <a:avLst/>
          </a:prstGeom>
        </p:spPr>
        <p:txBody>
          <a:bodyPr>
            <a:normAutofit/>
          </a:bodyPr>
          <a:lstStyle>
            <a:lvl1pPr marL="274313" indent="-274313">
              <a:buClr>
                <a:srgbClr val="009CDE"/>
              </a:buClr>
              <a:buFont typeface="Wingdings" pitchFamily="2" charset="2"/>
              <a:buChar char="§"/>
              <a:defRPr sz="3200">
                <a:solidFill>
                  <a:srgbClr val="3F4443"/>
                </a:solidFill>
              </a:defRPr>
            </a:lvl1pPr>
            <a:lvl2pPr>
              <a:buClr>
                <a:srgbClr val="009CDE"/>
              </a:buClr>
              <a:defRPr sz="3200">
                <a:solidFill>
                  <a:srgbClr val="3F4443"/>
                </a:solidFill>
              </a:defRPr>
            </a:lvl2pPr>
            <a:lvl3pPr>
              <a:buClr>
                <a:srgbClr val="009CDE"/>
              </a:buClr>
              <a:defRPr sz="3200">
                <a:solidFill>
                  <a:srgbClr val="3F4443"/>
                </a:solidFill>
              </a:defRPr>
            </a:lvl3pPr>
            <a:lvl4pPr>
              <a:buClr>
                <a:srgbClr val="009CDE"/>
              </a:buClr>
              <a:defRPr sz="3000">
                <a:solidFill>
                  <a:srgbClr val="3F4443"/>
                </a:solidFill>
              </a:defRPr>
            </a:lvl4pPr>
            <a:lvl5pPr>
              <a:defRPr sz="3000">
                <a:solidFill>
                  <a:srgbClr val="3F4443"/>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7" name="Title 1">
            <a:extLst>
              <a:ext uri="{FF2B5EF4-FFF2-40B4-BE49-F238E27FC236}">
                <a16:creationId xmlns:a16="http://schemas.microsoft.com/office/drawing/2014/main" id="{6EC07653-7EDA-2C77-9C19-68F36AC81419}"/>
              </a:ext>
            </a:extLst>
          </p:cNvPr>
          <p:cNvSpPr>
            <a:spLocks noGrp="1"/>
          </p:cNvSpPr>
          <p:nvPr>
            <p:ph type="title" hasCustomPrompt="1"/>
          </p:nvPr>
        </p:nvSpPr>
        <p:spPr>
          <a:xfrm>
            <a:off x="838200" y="1145720"/>
            <a:ext cx="10515600" cy="691243"/>
          </a:xfrm>
          <a:prstGeom prst="rect">
            <a:avLst/>
          </a:prstGeom>
        </p:spPr>
        <p:txBody>
          <a:bodyPr/>
          <a:lstStyle>
            <a:lvl1pPr>
              <a:spcBef>
                <a:spcPts val="751"/>
              </a:spcBef>
              <a:defRPr sz="3400">
                <a:solidFill>
                  <a:schemeClr val="tx2"/>
                </a:solidFill>
              </a:defRPr>
            </a:lvl1pPr>
          </a:lstStyle>
          <a:p>
            <a:r>
              <a:rPr lang="en-US" dirty="0"/>
              <a:t>Main Heading – Size 34pt font</a:t>
            </a:r>
          </a:p>
        </p:txBody>
      </p:sp>
    </p:spTree>
    <p:extLst>
      <p:ext uri="{BB962C8B-B14F-4D97-AF65-F5344CB8AC3E}">
        <p14:creationId xmlns:p14="http://schemas.microsoft.com/office/powerpoint/2010/main" val="7079042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Bulleted List_noImag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838200" y="1126671"/>
            <a:ext cx="10515600" cy="4893129"/>
          </a:xfrm>
          <a:prstGeom prst="rect">
            <a:avLst/>
          </a:prstGeom>
        </p:spPr>
        <p:txBody>
          <a:bodyPr>
            <a:normAutofit/>
          </a:bodyPr>
          <a:lstStyle>
            <a:lvl1pPr marL="274313" indent="-274313">
              <a:buClr>
                <a:srgbClr val="009CDE"/>
              </a:buClr>
              <a:buFont typeface="Wingdings" pitchFamily="2" charset="2"/>
              <a:buChar char="§"/>
              <a:defRPr sz="36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Tree>
    <p:extLst>
      <p:ext uri="{BB962C8B-B14F-4D97-AF65-F5344CB8AC3E}">
        <p14:creationId xmlns:p14="http://schemas.microsoft.com/office/powerpoint/2010/main" val="45496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Bulleted List_no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EBD195-4B7A-630D-A8F8-C87CC9765C88}"/>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838200" y="1126671"/>
            <a:ext cx="10515600" cy="4893129"/>
          </a:xfrm>
          <a:prstGeom prst="rect">
            <a:avLst/>
          </a:prstGeom>
        </p:spPr>
        <p:txBody>
          <a:bodyPr>
            <a:normAutofit/>
          </a:bodyPr>
          <a:lstStyle>
            <a:lvl1pPr marL="274313" indent="-274313">
              <a:buClr>
                <a:srgbClr val="009CDE"/>
              </a:buClr>
              <a:buFont typeface="Wingdings" pitchFamily="2" charset="2"/>
              <a:buChar char="§"/>
              <a:defRPr sz="36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Tree>
    <p:extLst>
      <p:ext uri="{BB962C8B-B14F-4D97-AF65-F5344CB8AC3E}">
        <p14:creationId xmlns:p14="http://schemas.microsoft.com/office/powerpoint/2010/main" val="12758107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Bulleted List_BlankImage_Headlin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9600" y="1706336"/>
            <a:ext cx="6934199" cy="4313464"/>
          </a:xfrm>
          <a:prstGeom prst="rect">
            <a:avLst/>
          </a:prstGeom>
        </p:spPr>
        <p:txBody>
          <a:bodyPr>
            <a:normAutofit/>
          </a:bodyPr>
          <a:lstStyle>
            <a:lvl1pPr marL="274313" indent="-274313">
              <a:buClr>
                <a:srgbClr val="009CDE"/>
              </a:buClr>
              <a:buFont typeface="Wingdings" pitchFamily="2" charset="2"/>
              <a:buChar char="§"/>
              <a:defRPr sz="32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2" name="Picture Placeholder 7">
            <a:extLst>
              <a:ext uri="{FF2B5EF4-FFF2-40B4-BE49-F238E27FC236}">
                <a16:creationId xmlns:a16="http://schemas.microsoft.com/office/drawing/2014/main" id="{19F02299-AE83-D2AC-A516-BD7BF834E302}"/>
              </a:ext>
            </a:extLst>
          </p:cNvPr>
          <p:cNvSpPr>
            <a:spLocks noGrp="1"/>
          </p:cNvSpPr>
          <p:nvPr>
            <p:ph type="pic" sz="quarter" idx="14"/>
          </p:nvPr>
        </p:nvSpPr>
        <p:spPr>
          <a:xfrm>
            <a:off x="0" y="876300"/>
            <a:ext cx="4114800" cy="5143500"/>
          </a:xfrm>
          <a:prstGeom prst="rect">
            <a:avLst/>
          </a:prstGeo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en-US" altLang="ja-JP"/>
              <a:t>Click icon to add picture</a:t>
            </a:r>
            <a:endParaRPr lang="en-US" dirty="0"/>
          </a:p>
        </p:txBody>
      </p:sp>
      <p:sp>
        <p:nvSpPr>
          <p:cNvPr id="6" name="Title 1">
            <a:extLst>
              <a:ext uri="{FF2B5EF4-FFF2-40B4-BE49-F238E27FC236}">
                <a16:creationId xmlns:a16="http://schemas.microsoft.com/office/drawing/2014/main" id="{B1FE0385-B375-2605-B76C-C131AB2E7F9C}"/>
              </a:ext>
            </a:extLst>
          </p:cNvPr>
          <p:cNvSpPr>
            <a:spLocks noGrp="1"/>
          </p:cNvSpPr>
          <p:nvPr>
            <p:ph type="title" hasCustomPrompt="1"/>
          </p:nvPr>
        </p:nvSpPr>
        <p:spPr>
          <a:xfrm>
            <a:off x="4419600" y="876300"/>
            <a:ext cx="6934200" cy="691243"/>
          </a:xfrm>
          <a:prstGeom prst="rect">
            <a:avLst/>
          </a:prstGeom>
        </p:spPr>
        <p:txBody>
          <a:bodyPr/>
          <a:lstStyle>
            <a:lvl1pPr>
              <a:spcBef>
                <a:spcPts val="751"/>
              </a:spcBef>
              <a:defRPr sz="3400"/>
            </a:lvl1pPr>
          </a:lstStyle>
          <a:p>
            <a:r>
              <a:rPr lang="en-US" dirty="0"/>
              <a:t>Main Heading – Size 34pt font</a:t>
            </a:r>
          </a:p>
        </p:txBody>
      </p:sp>
    </p:spTree>
    <p:extLst>
      <p:ext uri="{BB962C8B-B14F-4D97-AF65-F5344CB8AC3E}">
        <p14:creationId xmlns:p14="http://schemas.microsoft.com/office/powerpoint/2010/main" val="3186785951"/>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ulleted List_BlankImage_Head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E5620D-8FA6-4D6D-8264-64BDE836C41E}"/>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9600" y="1706336"/>
            <a:ext cx="6934199" cy="4313464"/>
          </a:xfrm>
          <a:prstGeom prst="rect">
            <a:avLst/>
          </a:prstGeom>
        </p:spPr>
        <p:txBody>
          <a:bodyPr>
            <a:normAutofit/>
          </a:bodyPr>
          <a:lstStyle>
            <a:lvl1pPr marL="274313" indent="-274313">
              <a:buClr>
                <a:srgbClr val="009CDE"/>
              </a:buClr>
              <a:buFont typeface="Wingdings" pitchFamily="2" charset="2"/>
              <a:buChar char="§"/>
              <a:defRPr sz="32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2" name="Picture Placeholder 7">
            <a:extLst>
              <a:ext uri="{FF2B5EF4-FFF2-40B4-BE49-F238E27FC236}">
                <a16:creationId xmlns:a16="http://schemas.microsoft.com/office/drawing/2014/main" id="{19F02299-AE83-D2AC-A516-BD7BF834E302}"/>
              </a:ext>
            </a:extLst>
          </p:cNvPr>
          <p:cNvSpPr>
            <a:spLocks noGrp="1"/>
          </p:cNvSpPr>
          <p:nvPr>
            <p:ph type="pic" sz="quarter" idx="14"/>
          </p:nvPr>
        </p:nvSpPr>
        <p:spPr>
          <a:xfrm>
            <a:off x="0" y="876300"/>
            <a:ext cx="4114800" cy="5143500"/>
          </a:xfrm>
          <a:prstGeom prst="rect">
            <a:avLst/>
          </a:prstGeo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en-US" altLang="ja-JP"/>
              <a:t>Click icon to add picture</a:t>
            </a:r>
            <a:endParaRPr lang="en-US" dirty="0"/>
          </a:p>
        </p:txBody>
      </p:sp>
      <p:sp>
        <p:nvSpPr>
          <p:cNvPr id="6" name="Title 1">
            <a:extLst>
              <a:ext uri="{FF2B5EF4-FFF2-40B4-BE49-F238E27FC236}">
                <a16:creationId xmlns:a16="http://schemas.microsoft.com/office/drawing/2014/main" id="{B1FE0385-B375-2605-B76C-C131AB2E7F9C}"/>
              </a:ext>
            </a:extLst>
          </p:cNvPr>
          <p:cNvSpPr>
            <a:spLocks noGrp="1"/>
          </p:cNvSpPr>
          <p:nvPr>
            <p:ph type="title" hasCustomPrompt="1"/>
          </p:nvPr>
        </p:nvSpPr>
        <p:spPr>
          <a:xfrm>
            <a:off x="4419600" y="876300"/>
            <a:ext cx="6934200" cy="691243"/>
          </a:xfrm>
          <a:prstGeom prst="rect">
            <a:avLst/>
          </a:prstGeom>
        </p:spPr>
        <p:txBody>
          <a:bodyPr/>
          <a:lstStyle>
            <a:lvl1pPr>
              <a:spcBef>
                <a:spcPts val="751"/>
              </a:spcBef>
              <a:defRPr sz="3400">
                <a:solidFill>
                  <a:schemeClr val="bg1"/>
                </a:solidFill>
              </a:defRPr>
            </a:lvl1pPr>
          </a:lstStyle>
          <a:p>
            <a:r>
              <a:rPr lang="en-US" dirty="0"/>
              <a:t>Main Heading – Size 34pt font</a:t>
            </a:r>
          </a:p>
        </p:txBody>
      </p:sp>
    </p:spTree>
    <p:extLst>
      <p:ext uri="{BB962C8B-B14F-4D97-AF65-F5344CB8AC3E}">
        <p14:creationId xmlns:p14="http://schemas.microsoft.com/office/powerpoint/2010/main" val="2475465613"/>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Bulleted List_BlankImag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Picture Placeholder 7">
            <a:extLst>
              <a:ext uri="{FF2B5EF4-FFF2-40B4-BE49-F238E27FC236}">
                <a16:creationId xmlns:a16="http://schemas.microsoft.com/office/drawing/2014/main" id="{19F02299-AE83-D2AC-A516-BD7BF834E302}"/>
              </a:ext>
            </a:extLst>
          </p:cNvPr>
          <p:cNvSpPr>
            <a:spLocks noGrp="1"/>
          </p:cNvSpPr>
          <p:nvPr>
            <p:ph type="pic" sz="quarter" idx="14"/>
          </p:nvPr>
        </p:nvSpPr>
        <p:spPr>
          <a:xfrm>
            <a:off x="0" y="876300"/>
            <a:ext cx="4114800" cy="5143500"/>
          </a:xfrm>
          <a:prstGeom prst="rect">
            <a:avLst/>
          </a:prstGeo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en-US" altLang="ja-JP"/>
              <a:t>Click icon to add picture</a:t>
            </a:r>
            <a:endParaRPr lang="en-US" dirty="0"/>
          </a:p>
        </p:txBody>
      </p:sp>
      <p:sp>
        <p:nvSpPr>
          <p:cNvPr id="6" name="Text Placeholder 4">
            <a:extLst>
              <a:ext uri="{FF2B5EF4-FFF2-40B4-BE49-F238E27FC236}">
                <a16:creationId xmlns:a16="http://schemas.microsoft.com/office/drawing/2014/main" id="{27714C4B-AAEC-51C9-2447-7252EAFB574B}"/>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Tree>
    <p:extLst>
      <p:ext uri="{BB962C8B-B14F-4D97-AF65-F5344CB8AC3E}">
        <p14:creationId xmlns:p14="http://schemas.microsoft.com/office/powerpoint/2010/main" val="48819738"/>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Bulleted List_Blank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78B6CB-C3B2-E635-38CE-A5CE5B86D432}"/>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Picture Placeholder 7">
            <a:extLst>
              <a:ext uri="{FF2B5EF4-FFF2-40B4-BE49-F238E27FC236}">
                <a16:creationId xmlns:a16="http://schemas.microsoft.com/office/drawing/2014/main" id="{19F02299-AE83-D2AC-A516-BD7BF834E302}"/>
              </a:ext>
            </a:extLst>
          </p:cNvPr>
          <p:cNvSpPr>
            <a:spLocks noGrp="1"/>
          </p:cNvSpPr>
          <p:nvPr>
            <p:ph type="pic" sz="quarter" idx="14"/>
          </p:nvPr>
        </p:nvSpPr>
        <p:spPr>
          <a:xfrm>
            <a:off x="0" y="876300"/>
            <a:ext cx="4114800" cy="5143500"/>
          </a:xfrm>
          <a:prstGeom prst="rect">
            <a:avLst/>
          </a:prstGeo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en-US" altLang="ja-JP"/>
              <a:t>Click icon to add picture</a:t>
            </a:r>
            <a:endParaRPr lang="en-US" dirty="0"/>
          </a:p>
        </p:txBody>
      </p:sp>
      <p:sp>
        <p:nvSpPr>
          <p:cNvPr id="6" name="Text Placeholder 4">
            <a:extLst>
              <a:ext uri="{FF2B5EF4-FFF2-40B4-BE49-F238E27FC236}">
                <a16:creationId xmlns:a16="http://schemas.microsoft.com/office/drawing/2014/main" id="{27714C4B-AAEC-51C9-2447-7252EAFB574B}"/>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Tree>
    <p:extLst>
      <p:ext uri="{BB962C8B-B14F-4D97-AF65-F5344CB8AC3E}">
        <p14:creationId xmlns:p14="http://schemas.microsoft.com/office/powerpoint/2010/main" val="3089551916"/>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ulleted List_Image1">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pic>
        <p:nvPicPr>
          <p:cNvPr id="10" name="Picture 9" descr="A group of glowing spheres&#10;&#10;AI-generated content may be incorrect.">
            <a:extLst>
              <a:ext uri="{FF2B5EF4-FFF2-40B4-BE49-F238E27FC236}">
                <a16:creationId xmlns:a16="http://schemas.microsoft.com/office/drawing/2014/main" id="{5E144994-EF7C-547D-7248-B18619DFD19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873211"/>
            <a:ext cx="4118919" cy="5156886"/>
          </a:xfrm>
          <a:prstGeom prst="rect">
            <a:avLst/>
          </a:prstGeom>
        </p:spPr>
      </p:pic>
    </p:spTree>
    <p:extLst>
      <p:ext uri="{BB962C8B-B14F-4D97-AF65-F5344CB8AC3E}">
        <p14:creationId xmlns:p14="http://schemas.microsoft.com/office/powerpoint/2010/main" val="2797209585"/>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Bulleted List_Image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FF4680-7F39-6A53-E8A0-FCFB59BFC5CD}"/>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pic>
        <p:nvPicPr>
          <p:cNvPr id="6" name="Picture 5" descr="A group of glowing spheres&#10;&#10;AI-generated content may be incorrect.">
            <a:extLst>
              <a:ext uri="{FF2B5EF4-FFF2-40B4-BE49-F238E27FC236}">
                <a16:creationId xmlns:a16="http://schemas.microsoft.com/office/drawing/2014/main" id="{64A1170E-AA7A-2811-AB87-CDD165ED13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73211"/>
            <a:ext cx="4118919" cy="5123935"/>
          </a:xfrm>
          <a:prstGeom prst="rect">
            <a:avLst/>
          </a:prstGeom>
        </p:spPr>
      </p:pic>
    </p:spTree>
    <p:extLst>
      <p:ext uri="{BB962C8B-B14F-4D97-AF65-F5344CB8AC3E}">
        <p14:creationId xmlns:p14="http://schemas.microsoft.com/office/powerpoint/2010/main" val="661499478"/>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_Image2">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pic>
        <p:nvPicPr>
          <p:cNvPr id="9" name="Picture 8" descr="A close up of a grid&#10;&#10;AI-generated content may be incorrect.">
            <a:extLst>
              <a:ext uri="{FF2B5EF4-FFF2-40B4-BE49-F238E27FC236}">
                <a16:creationId xmlns:a16="http://schemas.microsoft.com/office/drawing/2014/main" id="{961680AA-BEAD-DA0C-EA8A-4122D9501F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56735"/>
            <a:ext cx="4127157" cy="5181600"/>
          </a:xfrm>
          <a:prstGeom prst="rect">
            <a:avLst/>
          </a:prstGeom>
        </p:spPr>
      </p:pic>
    </p:spTree>
    <p:extLst>
      <p:ext uri="{BB962C8B-B14F-4D97-AF65-F5344CB8AC3E}">
        <p14:creationId xmlns:p14="http://schemas.microsoft.com/office/powerpoint/2010/main" val="2293270153"/>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Bulleted List_Image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2F19C3-F411-F1B1-15BE-74B7C1E7BC70}"/>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pic>
        <p:nvPicPr>
          <p:cNvPr id="6" name="Picture 5" descr="A close up of a grid&#10;&#10;AI-generated content may be incorrect.">
            <a:extLst>
              <a:ext uri="{FF2B5EF4-FFF2-40B4-BE49-F238E27FC236}">
                <a16:creationId xmlns:a16="http://schemas.microsoft.com/office/drawing/2014/main" id="{62EC526F-9EC3-0A11-564C-B5CEB9B887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56735"/>
            <a:ext cx="4127157" cy="5181600"/>
          </a:xfrm>
          <a:prstGeom prst="rect">
            <a:avLst/>
          </a:prstGeom>
        </p:spPr>
      </p:pic>
    </p:spTree>
    <p:extLst>
      <p:ext uri="{BB962C8B-B14F-4D97-AF65-F5344CB8AC3E}">
        <p14:creationId xmlns:p14="http://schemas.microsoft.com/office/powerpoint/2010/main" val="3483406080"/>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ulleted List_Image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pic>
        <p:nvPicPr>
          <p:cNvPr id="9" name="Picture 8" descr="Close-up of a blue tube&#10;&#10;AI-generated content may be incorrect.">
            <a:extLst>
              <a:ext uri="{FF2B5EF4-FFF2-40B4-BE49-F238E27FC236}">
                <a16:creationId xmlns:a16="http://schemas.microsoft.com/office/drawing/2014/main" id="{32F88487-45B4-EBC2-86B5-13EE845F269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56735"/>
            <a:ext cx="4105815" cy="5183565"/>
          </a:xfrm>
          <a:prstGeom prst="rect">
            <a:avLst/>
          </a:prstGeom>
        </p:spPr>
      </p:pic>
    </p:spTree>
    <p:extLst>
      <p:ext uri="{BB962C8B-B14F-4D97-AF65-F5344CB8AC3E}">
        <p14:creationId xmlns:p14="http://schemas.microsoft.com/office/powerpoint/2010/main" val="1717825964"/>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Bulleted List_Image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24FF4A-F672-2A67-CA69-D7DF79AE81AD}"/>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pic>
        <p:nvPicPr>
          <p:cNvPr id="6" name="Picture 5" descr="Close-up of a blue tube&#10;&#10;AI-generated content may be incorrect.">
            <a:extLst>
              <a:ext uri="{FF2B5EF4-FFF2-40B4-BE49-F238E27FC236}">
                <a16:creationId xmlns:a16="http://schemas.microsoft.com/office/drawing/2014/main" id="{996314A6-0AB9-ECC8-4136-962B03B3DD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56735"/>
            <a:ext cx="4105815" cy="5183565"/>
          </a:xfrm>
          <a:prstGeom prst="rect">
            <a:avLst/>
          </a:prstGeom>
        </p:spPr>
      </p:pic>
    </p:spTree>
    <p:extLst>
      <p:ext uri="{BB962C8B-B14F-4D97-AF65-F5344CB8AC3E}">
        <p14:creationId xmlns:p14="http://schemas.microsoft.com/office/powerpoint/2010/main" val="2930064411"/>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ulleted List_Image4">
    <p:spTree>
      <p:nvGrpSpPr>
        <p:cNvPr id="1" name=""/>
        <p:cNvGrpSpPr/>
        <p:nvPr/>
      </p:nvGrpSpPr>
      <p:grpSpPr>
        <a:xfrm>
          <a:off x="0" y="0"/>
          <a:ext cx="0" cy="0"/>
          <a:chOff x="0" y="0"/>
          <a:chExt cx="0" cy="0"/>
        </a:xfrm>
      </p:grpSpPr>
      <p:pic>
        <p:nvPicPr>
          <p:cNvPr id="3" name="Picture 2" descr="A machine pouring sand into a pile&#10;&#10;AI-generated content may be incorrect.">
            <a:extLst>
              <a:ext uri="{FF2B5EF4-FFF2-40B4-BE49-F238E27FC236}">
                <a16:creationId xmlns:a16="http://schemas.microsoft.com/office/drawing/2014/main" id="{F46FF321-8A65-E744-0690-E43BEE52E0C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73211"/>
            <a:ext cx="4110681" cy="5173362"/>
          </a:xfrm>
          <a:prstGeom prst="rect">
            <a:avLst/>
          </a:prstGeom>
        </p:spPr>
      </p:pic>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Tree>
    <p:extLst>
      <p:ext uri="{BB962C8B-B14F-4D97-AF65-F5344CB8AC3E}">
        <p14:creationId xmlns:p14="http://schemas.microsoft.com/office/powerpoint/2010/main" val="113038133"/>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Bulleted List_Image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2BF206-A23E-1CB7-8603-D770659747C8}"/>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pic>
        <p:nvPicPr>
          <p:cNvPr id="3" name="Picture 2" descr="A machine pouring sand into a pile&#10;&#10;AI-generated content may be incorrect.">
            <a:extLst>
              <a:ext uri="{FF2B5EF4-FFF2-40B4-BE49-F238E27FC236}">
                <a16:creationId xmlns:a16="http://schemas.microsoft.com/office/drawing/2014/main" id="{1E6581AE-D704-7D4E-675A-8976F9490F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73211"/>
            <a:ext cx="4110681" cy="5173362"/>
          </a:xfrm>
          <a:prstGeom prst="rect">
            <a:avLst/>
          </a:prstGeom>
        </p:spPr>
      </p:pic>
    </p:spTree>
    <p:extLst>
      <p:ext uri="{BB962C8B-B14F-4D97-AF65-F5344CB8AC3E}">
        <p14:creationId xmlns:p14="http://schemas.microsoft.com/office/powerpoint/2010/main" val="3394423182"/>
      </p:ext>
    </p:extLst>
  </p:cSld>
  <p:clrMapOvr>
    <a:masterClrMapping/>
  </p:clrMapOvr>
  <p:extLst>
    <p:ext uri="{DCECCB84-F9BA-43D5-87BE-67443E8EF086}">
      <p15:sldGuideLst xmlns:p15="http://schemas.microsoft.com/office/powerpoint/2012/main">
        <p15:guide id="1" pos="2592">
          <p15:clr>
            <a:srgbClr val="FBAE40"/>
          </p15:clr>
        </p15:guide>
        <p15:guide id="2" pos="278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ulleted List_Image5">
    <p:spTree>
      <p:nvGrpSpPr>
        <p:cNvPr id="1" name=""/>
        <p:cNvGrpSpPr/>
        <p:nvPr/>
      </p:nvGrpSpPr>
      <p:grpSpPr>
        <a:xfrm>
          <a:off x="0" y="0"/>
          <a:ext cx="0" cy="0"/>
          <a:chOff x="0" y="0"/>
          <a:chExt cx="0" cy="0"/>
        </a:xfrm>
      </p:grpSpPr>
      <p:pic>
        <p:nvPicPr>
          <p:cNvPr id="11" name="Picture 10" descr="A pile of pills falling&#10;&#10;Description automatically generated">
            <a:extLst>
              <a:ext uri="{FF2B5EF4-FFF2-40B4-BE49-F238E27FC236}">
                <a16:creationId xmlns:a16="http://schemas.microsoft.com/office/drawing/2014/main" id="{F900B54E-8EA5-1A3A-2F81-3525F9406FD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876299"/>
            <a:ext cx="4081669" cy="5143501"/>
          </a:xfrm>
          <a:prstGeom prst="rect">
            <a:avLst/>
          </a:prstGeom>
        </p:spPr>
      </p:pic>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pic>
        <p:nvPicPr>
          <p:cNvPr id="3" name="Picture 2" descr="A pile of blue and white pills&#10;&#10;AI-generated content may be incorrect.">
            <a:extLst>
              <a:ext uri="{FF2B5EF4-FFF2-40B4-BE49-F238E27FC236}">
                <a16:creationId xmlns:a16="http://schemas.microsoft.com/office/drawing/2014/main" id="{672B21B1-015E-8C5F-A469-CE0E760F287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1" y="873211"/>
            <a:ext cx="4069493" cy="5148648"/>
          </a:xfrm>
          <a:prstGeom prst="rect">
            <a:avLst/>
          </a:prstGeom>
        </p:spPr>
      </p:pic>
    </p:spTree>
    <p:extLst>
      <p:ext uri="{BB962C8B-B14F-4D97-AF65-F5344CB8AC3E}">
        <p14:creationId xmlns:p14="http://schemas.microsoft.com/office/powerpoint/2010/main" val="2732976061"/>
      </p:ext>
    </p:extLst>
  </p:cSld>
  <p:clrMapOvr>
    <a:masterClrMapping/>
  </p:clrMapOvr>
  <p:extLst>
    <p:ext uri="{DCECCB84-F9BA-43D5-87BE-67443E8EF086}">
      <p15:sldGuideLst xmlns:p15="http://schemas.microsoft.com/office/powerpoint/2012/main">
        <p15:guide id="1" pos="2568">
          <p15:clr>
            <a:srgbClr val="FBAE40"/>
          </p15:clr>
        </p15:guide>
        <p15:guide id="2" pos="2784">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Bulleted List_Image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565955-91CC-B1C1-4968-33D4465A4804}"/>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pic>
        <p:nvPicPr>
          <p:cNvPr id="3" name="Picture 2" descr="A pile of blue and white pills&#10;&#10;AI-generated content may be incorrect.">
            <a:extLst>
              <a:ext uri="{FF2B5EF4-FFF2-40B4-BE49-F238E27FC236}">
                <a16:creationId xmlns:a16="http://schemas.microsoft.com/office/drawing/2014/main" id="{8609A0E6-135E-965E-0A6B-A76696B86D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 y="873211"/>
            <a:ext cx="4069493" cy="5148648"/>
          </a:xfrm>
          <a:prstGeom prst="rect">
            <a:avLst/>
          </a:prstGeom>
        </p:spPr>
      </p:pic>
    </p:spTree>
    <p:extLst>
      <p:ext uri="{BB962C8B-B14F-4D97-AF65-F5344CB8AC3E}">
        <p14:creationId xmlns:p14="http://schemas.microsoft.com/office/powerpoint/2010/main" val="3599818969"/>
      </p:ext>
    </p:extLst>
  </p:cSld>
  <p:clrMapOvr>
    <a:masterClrMapping/>
  </p:clrMapOvr>
  <p:extLst>
    <p:ext uri="{DCECCB84-F9BA-43D5-87BE-67443E8EF086}">
      <p15:sldGuideLst xmlns:p15="http://schemas.microsoft.com/office/powerpoint/2012/main">
        <p15:guide id="1" pos="2568">
          <p15:clr>
            <a:srgbClr val="FBAE40"/>
          </p15:clr>
        </p15:guide>
        <p15:guide id="2" pos="2784">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ulleted List_Image6">
    <p:spTree>
      <p:nvGrpSpPr>
        <p:cNvPr id="1" name=""/>
        <p:cNvGrpSpPr/>
        <p:nvPr/>
      </p:nvGrpSpPr>
      <p:grpSpPr>
        <a:xfrm>
          <a:off x="0" y="0"/>
          <a:ext cx="0" cy="0"/>
          <a:chOff x="0" y="0"/>
          <a:chExt cx="0" cy="0"/>
        </a:xfrm>
      </p:grpSpPr>
      <p:pic>
        <p:nvPicPr>
          <p:cNvPr id="9" name="Picture 8" descr="Close-up of several round blue objects&#10;&#10;Description automatically generated">
            <a:extLst>
              <a:ext uri="{FF2B5EF4-FFF2-40B4-BE49-F238E27FC236}">
                <a16:creationId xmlns:a16="http://schemas.microsoft.com/office/drawing/2014/main" id="{C281FC46-C04D-D5B5-B678-1264D350015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876300"/>
            <a:ext cx="4081670" cy="5143500"/>
          </a:xfrm>
          <a:prstGeom prst="rect">
            <a:avLst/>
          </a:prstGeom>
        </p:spPr>
      </p:pic>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Tree>
    <p:extLst>
      <p:ext uri="{BB962C8B-B14F-4D97-AF65-F5344CB8AC3E}">
        <p14:creationId xmlns:p14="http://schemas.microsoft.com/office/powerpoint/2010/main" val="3575523730"/>
      </p:ext>
    </p:extLst>
  </p:cSld>
  <p:clrMapOvr>
    <a:masterClrMapping/>
  </p:clrMapOvr>
  <p:extLst>
    <p:ext uri="{DCECCB84-F9BA-43D5-87BE-67443E8EF086}">
      <p15:sldGuideLst xmlns:p15="http://schemas.microsoft.com/office/powerpoint/2012/main">
        <p15:guide id="1" pos="2568">
          <p15:clr>
            <a:srgbClr val="FBAE40"/>
          </p15:clr>
        </p15:guide>
        <p15:guide id="2" pos="2784">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Bulleted List_Image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6F41C-8EBA-3762-E290-8B674364283D}"/>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Close-up of several round blue objects&#10;&#10;Description automatically generated">
            <a:extLst>
              <a:ext uri="{FF2B5EF4-FFF2-40B4-BE49-F238E27FC236}">
                <a16:creationId xmlns:a16="http://schemas.microsoft.com/office/drawing/2014/main" id="{C281FC46-C04D-D5B5-B678-1264D350015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876300"/>
            <a:ext cx="4081670" cy="5143500"/>
          </a:xfrm>
          <a:prstGeom prst="rect">
            <a:avLst/>
          </a:prstGeom>
        </p:spPr>
      </p:pic>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4">
            <a:extLst>
              <a:ext uri="{FF2B5EF4-FFF2-40B4-BE49-F238E27FC236}">
                <a16:creationId xmlns:a16="http://schemas.microsoft.com/office/drawing/2014/main" id="{BD83F872-1C17-335A-313B-3BCFE7607C04}"/>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Tree>
    <p:extLst>
      <p:ext uri="{BB962C8B-B14F-4D97-AF65-F5344CB8AC3E}">
        <p14:creationId xmlns:p14="http://schemas.microsoft.com/office/powerpoint/2010/main" val="425484110"/>
      </p:ext>
    </p:extLst>
  </p:cSld>
  <p:clrMapOvr>
    <a:masterClrMapping/>
  </p:clrMapOvr>
  <p:extLst>
    <p:ext uri="{DCECCB84-F9BA-43D5-87BE-67443E8EF086}">
      <p15:sldGuideLst xmlns:p15="http://schemas.microsoft.com/office/powerpoint/2012/main">
        <p15:guide id="1" pos="2568">
          <p15:clr>
            <a:srgbClr val="FBAE40"/>
          </p15:clr>
        </p15:guide>
        <p15:guide id="2" pos="2784">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ulleted List_Image7">
    <p:spTree>
      <p:nvGrpSpPr>
        <p:cNvPr id="1" name=""/>
        <p:cNvGrpSpPr/>
        <p:nvPr/>
      </p:nvGrpSpPr>
      <p:grpSpPr>
        <a:xfrm>
          <a:off x="0" y="0"/>
          <a:ext cx="0" cy="0"/>
          <a:chOff x="0" y="0"/>
          <a:chExt cx="0" cy="0"/>
        </a:xfrm>
      </p:grpSpPr>
      <p:pic>
        <p:nvPicPr>
          <p:cNvPr id="9" name="Picture 8" descr="A close-up of several batteries&#10;&#10;Description automatically generated">
            <a:extLst>
              <a:ext uri="{FF2B5EF4-FFF2-40B4-BE49-F238E27FC236}">
                <a16:creationId xmlns:a16="http://schemas.microsoft.com/office/drawing/2014/main" id="{00288E46-68F8-3916-26E8-9F15A5993D1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1"/>
            <a:ext cx="4055165" cy="5143500"/>
          </a:xfrm>
          <a:prstGeom prst="rect">
            <a:avLst/>
          </a:prstGeom>
        </p:spPr>
      </p:pic>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Text Placeholder 4">
            <a:extLst>
              <a:ext uri="{FF2B5EF4-FFF2-40B4-BE49-F238E27FC236}">
                <a16:creationId xmlns:a16="http://schemas.microsoft.com/office/drawing/2014/main" id="{DFEEE7BF-23D8-4248-371B-3481A9022610}"/>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tx1"/>
                </a:solidFill>
              </a:defRPr>
            </a:lvl1pPr>
            <a:lvl2pPr>
              <a:buClr>
                <a:srgbClr val="009CDE"/>
              </a:buClr>
              <a:defRPr sz="3200">
                <a:solidFill>
                  <a:schemeClr val="tx1"/>
                </a:solidFill>
              </a:defRPr>
            </a:lvl2pPr>
            <a:lvl3pPr>
              <a:buClr>
                <a:srgbClr val="009CDE"/>
              </a:buClr>
              <a:defRPr sz="3200">
                <a:solidFill>
                  <a:schemeClr val="tx1"/>
                </a:solidFill>
              </a:defRPr>
            </a:lvl3pPr>
            <a:lvl4pPr>
              <a:buClr>
                <a:srgbClr val="009CDE"/>
              </a:buClr>
              <a:defRPr sz="3000">
                <a:solidFill>
                  <a:schemeClr val="tx1"/>
                </a:solidFill>
              </a:defRPr>
            </a:lvl4pPr>
            <a:lvl5pPr>
              <a:defRPr sz="3000">
                <a:solidFill>
                  <a:schemeClr val="tx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Tree>
    <p:extLst>
      <p:ext uri="{BB962C8B-B14F-4D97-AF65-F5344CB8AC3E}">
        <p14:creationId xmlns:p14="http://schemas.microsoft.com/office/powerpoint/2010/main" val="542067456"/>
      </p:ext>
    </p:extLst>
  </p:cSld>
  <p:clrMapOvr>
    <a:masterClrMapping/>
  </p:clrMapOvr>
  <p:extLst>
    <p:ext uri="{DCECCB84-F9BA-43D5-87BE-67443E8EF086}">
      <p15:sldGuideLst xmlns:p15="http://schemas.microsoft.com/office/powerpoint/2012/main">
        <p15:guide id="1" pos="2544">
          <p15:clr>
            <a:srgbClr val="FBAE40"/>
          </p15:clr>
        </p15:guide>
        <p15:guide id="2" pos="2784">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Bulleted List_Image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18EF24-CC3B-0200-10EE-B3F2B8988D29}"/>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close-up of several batteries&#10;&#10;Description automatically generated">
            <a:extLst>
              <a:ext uri="{FF2B5EF4-FFF2-40B4-BE49-F238E27FC236}">
                <a16:creationId xmlns:a16="http://schemas.microsoft.com/office/drawing/2014/main" id="{00288E46-68F8-3916-26E8-9F15A5993D1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1"/>
            <a:ext cx="4055165" cy="5143500"/>
          </a:xfrm>
          <a:prstGeom prst="rect">
            <a:avLst/>
          </a:prstGeom>
        </p:spPr>
      </p:pic>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Text Placeholder 4">
            <a:extLst>
              <a:ext uri="{FF2B5EF4-FFF2-40B4-BE49-F238E27FC236}">
                <a16:creationId xmlns:a16="http://schemas.microsoft.com/office/drawing/2014/main" id="{DFEEE7BF-23D8-4248-371B-3481A9022610}"/>
              </a:ext>
            </a:extLst>
          </p:cNvPr>
          <p:cNvSpPr>
            <a:spLocks noGrp="1"/>
          </p:cNvSpPr>
          <p:nvPr>
            <p:ph type="body" sz="quarter" idx="12"/>
          </p:nvPr>
        </p:nvSpPr>
        <p:spPr>
          <a:xfrm>
            <a:off x="4414344" y="876300"/>
            <a:ext cx="6939455" cy="5143500"/>
          </a:xfrm>
          <a:prstGeom prst="rect">
            <a:avLst/>
          </a:prstGeom>
        </p:spPr>
        <p:txBody>
          <a:bodyPr>
            <a:normAutofit/>
          </a:bodyPr>
          <a:lstStyle>
            <a:lvl1pPr marL="274313" indent="-274313">
              <a:buClr>
                <a:srgbClr val="009CDE"/>
              </a:buClr>
              <a:buFont typeface="Wingdings" pitchFamily="2" charset="2"/>
              <a:buChar char="§"/>
              <a:defRPr sz="3600">
                <a:solidFill>
                  <a:schemeClr val="bg1"/>
                </a:solidFill>
              </a:defRPr>
            </a:lvl1pPr>
            <a:lvl2pPr>
              <a:buClr>
                <a:srgbClr val="009CDE"/>
              </a:buClr>
              <a:defRPr sz="3200">
                <a:solidFill>
                  <a:schemeClr val="bg1"/>
                </a:solidFill>
              </a:defRPr>
            </a:lvl2pPr>
            <a:lvl3pPr>
              <a:buClr>
                <a:srgbClr val="009CDE"/>
              </a:buClr>
              <a:defRPr sz="3200">
                <a:solidFill>
                  <a:schemeClr val="bg1"/>
                </a:solidFill>
              </a:defRPr>
            </a:lvl3pPr>
            <a:lvl4pPr>
              <a:buClr>
                <a:srgbClr val="009CDE"/>
              </a:buClr>
              <a:defRPr sz="3000">
                <a:solidFill>
                  <a:schemeClr val="bg1"/>
                </a:solidFill>
              </a:defRPr>
            </a:lvl4pPr>
            <a:lvl5pPr>
              <a:defRPr sz="3000">
                <a:solidFill>
                  <a:schemeClr val="bg1"/>
                </a:solidFill>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Tree>
    <p:extLst>
      <p:ext uri="{BB962C8B-B14F-4D97-AF65-F5344CB8AC3E}">
        <p14:creationId xmlns:p14="http://schemas.microsoft.com/office/powerpoint/2010/main" val="3561089535"/>
      </p:ext>
    </p:extLst>
  </p:cSld>
  <p:clrMapOvr>
    <a:masterClrMapping/>
  </p:clrMapOvr>
  <p:extLst>
    <p:ext uri="{DCECCB84-F9BA-43D5-87BE-67443E8EF086}">
      <p15:sldGuideLst xmlns:p15="http://schemas.microsoft.com/office/powerpoint/2012/main">
        <p15:guide id="1" pos="2544">
          <p15:clr>
            <a:srgbClr val="FBAE40"/>
          </p15:clr>
        </p15:guide>
        <p15:guide id="2" pos="2784">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ist and Paragraph">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Text Placeholder 5">
            <a:extLst>
              <a:ext uri="{FF2B5EF4-FFF2-40B4-BE49-F238E27FC236}">
                <a16:creationId xmlns:a16="http://schemas.microsoft.com/office/drawing/2014/main" id="{EECC0B96-2578-A7EB-DCC8-61374156C382}"/>
              </a:ext>
            </a:extLst>
          </p:cNvPr>
          <p:cNvSpPr>
            <a:spLocks noGrp="1"/>
          </p:cNvSpPr>
          <p:nvPr>
            <p:ph type="body" sz="quarter" idx="12" hasCustomPrompt="1"/>
          </p:nvPr>
        </p:nvSpPr>
        <p:spPr>
          <a:xfrm>
            <a:off x="838200" y="1600200"/>
            <a:ext cx="10515600" cy="1774479"/>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8" name="Text Placeholder 7">
            <a:extLst>
              <a:ext uri="{FF2B5EF4-FFF2-40B4-BE49-F238E27FC236}">
                <a16:creationId xmlns:a16="http://schemas.microsoft.com/office/drawing/2014/main" id="{CCD1E792-7AE0-9EB8-6CC1-F3A220A8F1F4}"/>
              </a:ext>
            </a:extLst>
          </p:cNvPr>
          <p:cNvSpPr>
            <a:spLocks noGrp="1"/>
          </p:cNvSpPr>
          <p:nvPr>
            <p:ph type="body" sz="quarter" idx="13" hasCustomPrompt="1"/>
          </p:nvPr>
        </p:nvSpPr>
        <p:spPr>
          <a:xfrm>
            <a:off x="833438" y="3719277"/>
            <a:ext cx="10547350" cy="2452688"/>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Tree>
    <p:extLst>
      <p:ext uri="{BB962C8B-B14F-4D97-AF65-F5344CB8AC3E}">
        <p14:creationId xmlns:p14="http://schemas.microsoft.com/office/powerpoint/2010/main" val="36645297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List and Paragraph">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08B8170-3837-62CE-F03F-7162121D9F1D}"/>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Text Placeholder 5">
            <a:extLst>
              <a:ext uri="{FF2B5EF4-FFF2-40B4-BE49-F238E27FC236}">
                <a16:creationId xmlns:a16="http://schemas.microsoft.com/office/drawing/2014/main" id="{EECC0B96-2578-A7EB-DCC8-61374156C382}"/>
              </a:ext>
            </a:extLst>
          </p:cNvPr>
          <p:cNvSpPr>
            <a:spLocks noGrp="1"/>
          </p:cNvSpPr>
          <p:nvPr>
            <p:ph type="body" sz="quarter" idx="12" hasCustomPrompt="1"/>
          </p:nvPr>
        </p:nvSpPr>
        <p:spPr>
          <a:xfrm>
            <a:off x="838200" y="1600200"/>
            <a:ext cx="10515600" cy="1774479"/>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8" name="Text Placeholder 7">
            <a:extLst>
              <a:ext uri="{FF2B5EF4-FFF2-40B4-BE49-F238E27FC236}">
                <a16:creationId xmlns:a16="http://schemas.microsoft.com/office/drawing/2014/main" id="{CCD1E792-7AE0-9EB8-6CC1-F3A220A8F1F4}"/>
              </a:ext>
            </a:extLst>
          </p:cNvPr>
          <p:cNvSpPr>
            <a:spLocks noGrp="1"/>
          </p:cNvSpPr>
          <p:nvPr>
            <p:ph type="body" sz="quarter" idx="13" hasCustomPrompt="1"/>
          </p:nvPr>
        </p:nvSpPr>
        <p:spPr>
          <a:xfrm>
            <a:off x="833438" y="3719277"/>
            <a:ext cx="10547350" cy="2452688"/>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Tree>
    <p:extLst>
      <p:ext uri="{BB962C8B-B14F-4D97-AF65-F5344CB8AC3E}">
        <p14:creationId xmlns:p14="http://schemas.microsoft.com/office/powerpoint/2010/main" val="161301457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List and Paragraph_Blank Imag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8" name="Text Placeholder 7">
            <a:extLst>
              <a:ext uri="{FF2B5EF4-FFF2-40B4-BE49-F238E27FC236}">
                <a16:creationId xmlns:a16="http://schemas.microsoft.com/office/drawing/2014/main" id="{CCD1E792-7AE0-9EB8-6CC1-F3A220A8F1F4}"/>
              </a:ext>
            </a:extLst>
          </p:cNvPr>
          <p:cNvSpPr>
            <a:spLocks noGrp="1"/>
          </p:cNvSpPr>
          <p:nvPr>
            <p:ph type="body" sz="quarter" idx="13" hasCustomPrompt="1"/>
          </p:nvPr>
        </p:nvSpPr>
        <p:spPr>
          <a:xfrm>
            <a:off x="4553893" y="3340980"/>
            <a:ext cx="6799908" cy="1892174"/>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2" name="Picture Placeholder 7">
            <a:extLst>
              <a:ext uri="{FF2B5EF4-FFF2-40B4-BE49-F238E27FC236}">
                <a16:creationId xmlns:a16="http://schemas.microsoft.com/office/drawing/2014/main" id="{04A28650-F59F-CD0B-F304-29F0D9BF79AA}"/>
              </a:ext>
            </a:extLst>
          </p:cNvPr>
          <p:cNvSpPr>
            <a:spLocks noGrp="1"/>
          </p:cNvSpPr>
          <p:nvPr>
            <p:ph type="pic" sz="quarter" idx="14"/>
          </p:nvPr>
        </p:nvSpPr>
        <p:spPr>
          <a:xfrm>
            <a:off x="0" y="876300"/>
            <a:ext cx="4114800" cy="5143500"/>
          </a:xfrm>
          <a:prstGeom prst="rect">
            <a:avLst/>
          </a:prstGeo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en-US" altLang="ja-JP"/>
              <a:t>Click icon to add picture</a:t>
            </a:r>
            <a:endParaRPr lang="en-US" dirty="0"/>
          </a:p>
        </p:txBody>
      </p:sp>
      <p:sp>
        <p:nvSpPr>
          <p:cNvPr id="5" name="Text Placeholder 5">
            <a:extLst>
              <a:ext uri="{FF2B5EF4-FFF2-40B4-BE49-F238E27FC236}">
                <a16:creationId xmlns:a16="http://schemas.microsoft.com/office/drawing/2014/main" id="{094C19D8-78BB-EE46-3C4F-6543F549FE57}"/>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Tree>
    <p:extLst>
      <p:ext uri="{BB962C8B-B14F-4D97-AF65-F5344CB8AC3E}">
        <p14:creationId xmlns:p14="http://schemas.microsoft.com/office/powerpoint/2010/main" val="2403988478"/>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List and Paragraph_Blank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D4F9B28-B2F3-33F1-5FD0-0C45DDE75028}"/>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8" name="Text Placeholder 7">
            <a:extLst>
              <a:ext uri="{FF2B5EF4-FFF2-40B4-BE49-F238E27FC236}">
                <a16:creationId xmlns:a16="http://schemas.microsoft.com/office/drawing/2014/main" id="{CCD1E792-7AE0-9EB8-6CC1-F3A220A8F1F4}"/>
              </a:ext>
            </a:extLst>
          </p:cNvPr>
          <p:cNvSpPr>
            <a:spLocks noGrp="1"/>
          </p:cNvSpPr>
          <p:nvPr>
            <p:ph type="body" sz="quarter" idx="13" hasCustomPrompt="1"/>
          </p:nvPr>
        </p:nvSpPr>
        <p:spPr>
          <a:xfrm>
            <a:off x="4553893" y="3340980"/>
            <a:ext cx="6799908" cy="1892174"/>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2" name="Picture Placeholder 7">
            <a:extLst>
              <a:ext uri="{FF2B5EF4-FFF2-40B4-BE49-F238E27FC236}">
                <a16:creationId xmlns:a16="http://schemas.microsoft.com/office/drawing/2014/main" id="{04A28650-F59F-CD0B-F304-29F0D9BF79AA}"/>
              </a:ext>
            </a:extLst>
          </p:cNvPr>
          <p:cNvSpPr>
            <a:spLocks noGrp="1"/>
          </p:cNvSpPr>
          <p:nvPr>
            <p:ph type="pic" sz="quarter" idx="14"/>
          </p:nvPr>
        </p:nvSpPr>
        <p:spPr>
          <a:xfrm>
            <a:off x="0" y="876300"/>
            <a:ext cx="4114800" cy="5143500"/>
          </a:xfrm>
          <a:prstGeom prst="rect">
            <a:avLst/>
          </a:prstGeo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en-US" altLang="ja-JP"/>
              <a:t>Click icon to add picture</a:t>
            </a:r>
            <a:endParaRPr lang="en-US" dirty="0"/>
          </a:p>
        </p:txBody>
      </p:sp>
      <p:sp>
        <p:nvSpPr>
          <p:cNvPr id="5" name="Text Placeholder 5">
            <a:extLst>
              <a:ext uri="{FF2B5EF4-FFF2-40B4-BE49-F238E27FC236}">
                <a16:creationId xmlns:a16="http://schemas.microsoft.com/office/drawing/2014/main" id="{094C19D8-78BB-EE46-3C4F-6543F549FE57}"/>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Tree>
    <p:extLst>
      <p:ext uri="{BB962C8B-B14F-4D97-AF65-F5344CB8AC3E}">
        <p14:creationId xmlns:p14="http://schemas.microsoft.com/office/powerpoint/2010/main" val="1434585897"/>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List and Paragraph_Image1">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2" name="Text Placeholder 5">
            <a:extLst>
              <a:ext uri="{FF2B5EF4-FFF2-40B4-BE49-F238E27FC236}">
                <a16:creationId xmlns:a16="http://schemas.microsoft.com/office/drawing/2014/main" id="{798BE17B-3173-F97F-3003-051F4F0DB920}"/>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pic>
        <p:nvPicPr>
          <p:cNvPr id="5" name="Picture 4" descr="A group of glowing spheres&#10;&#10;AI-generated content may be incorrect.">
            <a:extLst>
              <a:ext uri="{FF2B5EF4-FFF2-40B4-BE49-F238E27FC236}">
                <a16:creationId xmlns:a16="http://schemas.microsoft.com/office/drawing/2014/main" id="{7867898A-6AB6-AC74-85DD-F2ED3ED2CFC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73211"/>
            <a:ext cx="4118919" cy="5123935"/>
          </a:xfrm>
          <a:prstGeom prst="rect">
            <a:avLst/>
          </a:prstGeom>
        </p:spPr>
      </p:pic>
    </p:spTree>
    <p:extLst>
      <p:ext uri="{BB962C8B-B14F-4D97-AF65-F5344CB8AC3E}">
        <p14:creationId xmlns:p14="http://schemas.microsoft.com/office/powerpoint/2010/main" val="2979207159"/>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List and Paragraph_Image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7AF1DFE-F7F1-A9F8-46F2-7E36B5708E5A}"/>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2" name="Text Placeholder 5">
            <a:extLst>
              <a:ext uri="{FF2B5EF4-FFF2-40B4-BE49-F238E27FC236}">
                <a16:creationId xmlns:a16="http://schemas.microsoft.com/office/drawing/2014/main" id="{798BE17B-3173-F97F-3003-051F4F0DB920}"/>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pic>
        <p:nvPicPr>
          <p:cNvPr id="6" name="Picture 5" descr="A group of glowing spheres&#10;&#10;AI-generated content may be incorrect.">
            <a:extLst>
              <a:ext uri="{FF2B5EF4-FFF2-40B4-BE49-F238E27FC236}">
                <a16:creationId xmlns:a16="http://schemas.microsoft.com/office/drawing/2014/main" id="{8DB5FBB1-DE61-AC07-8045-B3CF2EEE5E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73211"/>
            <a:ext cx="4118919" cy="5123935"/>
          </a:xfrm>
          <a:prstGeom prst="rect">
            <a:avLst/>
          </a:prstGeom>
        </p:spPr>
      </p:pic>
    </p:spTree>
    <p:extLst>
      <p:ext uri="{BB962C8B-B14F-4D97-AF65-F5344CB8AC3E}">
        <p14:creationId xmlns:p14="http://schemas.microsoft.com/office/powerpoint/2010/main" val="1718578783"/>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List and Paragraph_Image2">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5" name="Picture 4" descr="A close up of a grid&#10;&#10;AI-generated content may be incorrect.">
            <a:extLst>
              <a:ext uri="{FF2B5EF4-FFF2-40B4-BE49-F238E27FC236}">
                <a16:creationId xmlns:a16="http://schemas.microsoft.com/office/drawing/2014/main" id="{3BCFD1B8-6152-9FC9-6A95-1B5C80E9BFF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56735"/>
            <a:ext cx="4127157" cy="5181600"/>
          </a:xfrm>
          <a:prstGeom prst="rect">
            <a:avLst/>
          </a:prstGeom>
        </p:spPr>
      </p:pic>
    </p:spTree>
    <p:extLst>
      <p:ext uri="{BB962C8B-B14F-4D97-AF65-F5344CB8AC3E}">
        <p14:creationId xmlns:p14="http://schemas.microsoft.com/office/powerpoint/2010/main" val="1639897989"/>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List and Paragraph_Image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D617130-DCAD-E5CF-020B-70371AA1C7C1}"/>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6" name="Picture 5" descr="A close up of a grid&#10;&#10;AI-generated content may be incorrect.">
            <a:extLst>
              <a:ext uri="{FF2B5EF4-FFF2-40B4-BE49-F238E27FC236}">
                <a16:creationId xmlns:a16="http://schemas.microsoft.com/office/drawing/2014/main" id="{94A94E10-9BD6-941D-07D1-3B92164793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56735"/>
            <a:ext cx="4127157" cy="5181600"/>
          </a:xfrm>
          <a:prstGeom prst="rect">
            <a:avLst/>
          </a:prstGeom>
        </p:spPr>
      </p:pic>
    </p:spTree>
    <p:extLst>
      <p:ext uri="{BB962C8B-B14F-4D97-AF65-F5344CB8AC3E}">
        <p14:creationId xmlns:p14="http://schemas.microsoft.com/office/powerpoint/2010/main" val="2966006406"/>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ist and Paragraph_Image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3" name="Picture 2" descr="Close-up of a blue tube&#10;&#10;AI-generated content may be incorrect.">
            <a:extLst>
              <a:ext uri="{FF2B5EF4-FFF2-40B4-BE49-F238E27FC236}">
                <a16:creationId xmlns:a16="http://schemas.microsoft.com/office/drawing/2014/main" id="{1E6DF5D9-9E64-B948-CE82-32892E2A16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56735"/>
            <a:ext cx="4105815" cy="5183565"/>
          </a:xfrm>
          <a:prstGeom prst="rect">
            <a:avLst/>
          </a:prstGeom>
        </p:spPr>
      </p:pic>
    </p:spTree>
    <p:extLst>
      <p:ext uri="{BB962C8B-B14F-4D97-AF65-F5344CB8AC3E}">
        <p14:creationId xmlns:p14="http://schemas.microsoft.com/office/powerpoint/2010/main" val="4088997816"/>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List and Paragraph_Image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F92271-A3E7-1CA7-1D1A-C1DD5FDD415D}"/>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6" name="Picture 5" descr="Close-up of a blue tube&#10;&#10;AI-generated content may be incorrect.">
            <a:extLst>
              <a:ext uri="{FF2B5EF4-FFF2-40B4-BE49-F238E27FC236}">
                <a16:creationId xmlns:a16="http://schemas.microsoft.com/office/drawing/2014/main" id="{2FED8565-680A-A60F-4977-465A4F43480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56735"/>
            <a:ext cx="4105815" cy="5183565"/>
          </a:xfrm>
          <a:prstGeom prst="rect">
            <a:avLst/>
          </a:prstGeom>
        </p:spPr>
      </p:pic>
    </p:spTree>
    <p:extLst>
      <p:ext uri="{BB962C8B-B14F-4D97-AF65-F5344CB8AC3E}">
        <p14:creationId xmlns:p14="http://schemas.microsoft.com/office/powerpoint/2010/main" val="521323916"/>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List and Paragraph_Image4">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3" name="Picture 2" descr="A machine pouring sand into a pile&#10;&#10;AI-generated content may be incorrect.">
            <a:extLst>
              <a:ext uri="{FF2B5EF4-FFF2-40B4-BE49-F238E27FC236}">
                <a16:creationId xmlns:a16="http://schemas.microsoft.com/office/drawing/2014/main" id="{A2BCAFF6-5227-E1A8-FF8D-99BEC932020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73211"/>
            <a:ext cx="4110681" cy="5173362"/>
          </a:xfrm>
          <a:prstGeom prst="rect">
            <a:avLst/>
          </a:prstGeom>
        </p:spPr>
      </p:pic>
    </p:spTree>
    <p:extLst>
      <p:ext uri="{BB962C8B-B14F-4D97-AF65-F5344CB8AC3E}">
        <p14:creationId xmlns:p14="http://schemas.microsoft.com/office/powerpoint/2010/main" val="4241390048"/>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List and Paragraph_Image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9073A39-6135-6544-A9CB-0ED03F7C310F}"/>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5" name="Picture 4" descr="A machine pouring sand into a pile&#10;&#10;AI-generated content may be incorrect.">
            <a:extLst>
              <a:ext uri="{FF2B5EF4-FFF2-40B4-BE49-F238E27FC236}">
                <a16:creationId xmlns:a16="http://schemas.microsoft.com/office/drawing/2014/main" id="{AC782DE3-B03C-4C5F-C704-3F9143C6D41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73211"/>
            <a:ext cx="4110681" cy="5173362"/>
          </a:xfrm>
          <a:prstGeom prst="rect">
            <a:avLst/>
          </a:prstGeom>
        </p:spPr>
      </p:pic>
    </p:spTree>
    <p:extLst>
      <p:ext uri="{BB962C8B-B14F-4D97-AF65-F5344CB8AC3E}">
        <p14:creationId xmlns:p14="http://schemas.microsoft.com/office/powerpoint/2010/main" val="2981075811"/>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ist and Paragraph_Image5">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2" name="Picture 1" descr="A pile of blue and white pills&#10;&#10;AI-generated content may be incorrect.">
            <a:extLst>
              <a:ext uri="{FF2B5EF4-FFF2-40B4-BE49-F238E27FC236}">
                <a16:creationId xmlns:a16="http://schemas.microsoft.com/office/drawing/2014/main" id="{3A8FEC77-F22F-A7A5-1948-61D42395039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 y="873211"/>
            <a:ext cx="4069493" cy="5148648"/>
          </a:xfrm>
          <a:prstGeom prst="rect">
            <a:avLst/>
          </a:prstGeom>
        </p:spPr>
      </p:pic>
    </p:spTree>
    <p:extLst>
      <p:ext uri="{BB962C8B-B14F-4D97-AF65-F5344CB8AC3E}">
        <p14:creationId xmlns:p14="http://schemas.microsoft.com/office/powerpoint/2010/main" val="2593782466"/>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List and Paragraph_Image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84704C-9333-5F6E-045C-40AE44874EA5}"/>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3" name="Picture 2" descr="A pile of blue and white pills&#10;&#10;AI-generated content may be incorrect.">
            <a:extLst>
              <a:ext uri="{FF2B5EF4-FFF2-40B4-BE49-F238E27FC236}">
                <a16:creationId xmlns:a16="http://schemas.microsoft.com/office/drawing/2014/main" id="{F888E32A-EA6D-EA42-A91A-6814BEFD21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 y="873211"/>
            <a:ext cx="4069493" cy="5148648"/>
          </a:xfrm>
          <a:prstGeom prst="rect">
            <a:avLst/>
          </a:prstGeom>
        </p:spPr>
      </p:pic>
    </p:spTree>
    <p:extLst>
      <p:ext uri="{BB962C8B-B14F-4D97-AF65-F5344CB8AC3E}">
        <p14:creationId xmlns:p14="http://schemas.microsoft.com/office/powerpoint/2010/main" val="3129868737"/>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List and Paragraph_Image6">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2" name="Picture 1" descr="Close-up of several round blue objects&#10;&#10;Description automatically generated">
            <a:extLst>
              <a:ext uri="{FF2B5EF4-FFF2-40B4-BE49-F238E27FC236}">
                <a16:creationId xmlns:a16="http://schemas.microsoft.com/office/drawing/2014/main" id="{59489372-E7C4-4F0C-44CD-83DBFF13BB5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0"/>
            <a:ext cx="4114800" cy="5143500"/>
          </a:xfrm>
          <a:prstGeom prst="rect">
            <a:avLst/>
          </a:prstGeom>
        </p:spPr>
      </p:pic>
    </p:spTree>
    <p:extLst>
      <p:ext uri="{BB962C8B-B14F-4D97-AF65-F5344CB8AC3E}">
        <p14:creationId xmlns:p14="http://schemas.microsoft.com/office/powerpoint/2010/main" val="1863088746"/>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List and Paragraph_Image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04F3217-DBF7-93ED-A868-FACA68BE609D}"/>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2" name="Picture 1" descr="Close-up of several round blue objects&#10;&#10;Description automatically generated">
            <a:extLst>
              <a:ext uri="{FF2B5EF4-FFF2-40B4-BE49-F238E27FC236}">
                <a16:creationId xmlns:a16="http://schemas.microsoft.com/office/drawing/2014/main" id="{59489372-E7C4-4F0C-44CD-83DBFF13BB5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0"/>
            <a:ext cx="4114800" cy="5143500"/>
          </a:xfrm>
          <a:prstGeom prst="rect">
            <a:avLst/>
          </a:prstGeom>
        </p:spPr>
      </p:pic>
    </p:spTree>
    <p:extLst>
      <p:ext uri="{BB962C8B-B14F-4D97-AF65-F5344CB8AC3E}">
        <p14:creationId xmlns:p14="http://schemas.microsoft.com/office/powerpoint/2010/main" val="921829308"/>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List and Paragraph_Image7">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2" name="Picture 1" descr="A close-up of several batteries&#10;&#10;Description automatically generated">
            <a:extLst>
              <a:ext uri="{FF2B5EF4-FFF2-40B4-BE49-F238E27FC236}">
                <a16:creationId xmlns:a16="http://schemas.microsoft.com/office/drawing/2014/main" id="{ACE680A0-E936-652B-56C7-E9B87BC25EF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1"/>
            <a:ext cx="4114800" cy="5143500"/>
          </a:xfrm>
          <a:prstGeom prst="rect">
            <a:avLst/>
          </a:prstGeom>
        </p:spPr>
      </p:pic>
    </p:spTree>
    <p:extLst>
      <p:ext uri="{BB962C8B-B14F-4D97-AF65-F5344CB8AC3E}">
        <p14:creationId xmlns:p14="http://schemas.microsoft.com/office/powerpoint/2010/main" val="2197525696"/>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List and Paragraph_Image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FE6066-2E17-9ED7-40CA-4293E3F433B5}"/>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11" name="Text Placeholder 5">
            <a:extLst>
              <a:ext uri="{FF2B5EF4-FFF2-40B4-BE49-F238E27FC236}">
                <a16:creationId xmlns:a16="http://schemas.microsoft.com/office/drawing/2014/main" id="{9BF4B6B0-3B67-F65B-23C7-2D3E90F0222F}"/>
              </a:ext>
            </a:extLst>
          </p:cNvPr>
          <p:cNvSpPr>
            <a:spLocks noGrp="1"/>
          </p:cNvSpPr>
          <p:nvPr>
            <p:ph type="body" sz="quarter" idx="12" hasCustomPrompt="1"/>
          </p:nvPr>
        </p:nvSpPr>
        <p:spPr>
          <a:xfrm>
            <a:off x="4547456" y="838200"/>
            <a:ext cx="6806344" cy="22225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12" name="Text Placeholder 7">
            <a:extLst>
              <a:ext uri="{FF2B5EF4-FFF2-40B4-BE49-F238E27FC236}">
                <a16:creationId xmlns:a16="http://schemas.microsoft.com/office/drawing/2014/main" id="{EC2DB1D7-BB0E-D074-6237-CD7F09EB539A}"/>
              </a:ext>
            </a:extLst>
          </p:cNvPr>
          <p:cNvSpPr>
            <a:spLocks noGrp="1"/>
          </p:cNvSpPr>
          <p:nvPr>
            <p:ph type="body" sz="quarter" idx="13" hasCustomPrompt="1"/>
          </p:nvPr>
        </p:nvSpPr>
        <p:spPr>
          <a:xfrm>
            <a:off x="4553892" y="3340980"/>
            <a:ext cx="6826895" cy="1892174"/>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2" name="Picture 1" descr="A close-up of several batteries&#10;&#10;Description automatically generated">
            <a:extLst>
              <a:ext uri="{FF2B5EF4-FFF2-40B4-BE49-F238E27FC236}">
                <a16:creationId xmlns:a16="http://schemas.microsoft.com/office/drawing/2014/main" id="{ACE680A0-E936-652B-56C7-E9B87BC25EF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1"/>
            <a:ext cx="4114800" cy="5143500"/>
          </a:xfrm>
          <a:prstGeom prst="rect">
            <a:avLst/>
          </a:prstGeom>
        </p:spPr>
      </p:pic>
    </p:spTree>
    <p:extLst>
      <p:ext uri="{BB962C8B-B14F-4D97-AF65-F5344CB8AC3E}">
        <p14:creationId xmlns:p14="http://schemas.microsoft.com/office/powerpoint/2010/main" val="889200576"/>
      </p:ext>
    </p:extLst>
  </p:cSld>
  <p:clrMapOvr>
    <a:masterClrMapping/>
  </p:clrMapOvr>
  <p:extLst>
    <p:ext uri="{DCECCB84-F9BA-43D5-87BE-67443E8EF086}">
      <p15:sldGuideLst xmlns:p15="http://schemas.microsoft.com/office/powerpoint/2012/main">
        <p15:guide id="1" pos="2592">
          <p15:clr>
            <a:srgbClr val="FBAE40"/>
          </p15:clr>
        </p15:guide>
        <p15:guide id="2" pos="2856">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8" name="Text Placeholder 7">
            <a:extLst>
              <a:ext uri="{FF2B5EF4-FFF2-40B4-BE49-F238E27FC236}">
                <a16:creationId xmlns:a16="http://schemas.microsoft.com/office/drawing/2014/main" id="{CCD1E792-7AE0-9EB8-6CC1-F3A220A8F1F4}"/>
              </a:ext>
            </a:extLst>
          </p:cNvPr>
          <p:cNvSpPr>
            <a:spLocks noGrp="1"/>
          </p:cNvSpPr>
          <p:nvPr>
            <p:ph type="body" sz="quarter" idx="13" hasCustomPrompt="1"/>
          </p:nvPr>
        </p:nvSpPr>
        <p:spPr>
          <a:xfrm>
            <a:off x="838200" y="1610710"/>
            <a:ext cx="4927600" cy="440909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2" name="Text Placeholder 7">
            <a:extLst>
              <a:ext uri="{FF2B5EF4-FFF2-40B4-BE49-F238E27FC236}">
                <a16:creationId xmlns:a16="http://schemas.microsoft.com/office/drawing/2014/main" id="{089BC2A2-090F-6E56-EEAF-9743AA1BA4CB}"/>
              </a:ext>
            </a:extLst>
          </p:cNvPr>
          <p:cNvSpPr>
            <a:spLocks noGrp="1"/>
          </p:cNvSpPr>
          <p:nvPr>
            <p:ph type="body" sz="quarter" idx="16" hasCustomPrompt="1"/>
          </p:nvPr>
        </p:nvSpPr>
        <p:spPr>
          <a:xfrm>
            <a:off x="6400800" y="1610710"/>
            <a:ext cx="4927600" cy="440909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Tree>
    <p:extLst>
      <p:ext uri="{BB962C8B-B14F-4D97-AF65-F5344CB8AC3E}">
        <p14:creationId xmlns:p14="http://schemas.microsoft.com/office/powerpoint/2010/main" val="1225935382"/>
      </p:ext>
    </p:extLst>
  </p:cSld>
  <p:clrMapOvr>
    <a:masterClrMapping/>
  </p:clrMapOvr>
  <p:extLst>
    <p:ext uri="{DCECCB84-F9BA-43D5-87BE-67443E8EF086}">
      <p15:sldGuideLst xmlns:p15="http://schemas.microsoft.com/office/powerpoint/2012/main">
        <p15:guide id="1" pos="3648">
          <p15:clr>
            <a:srgbClr val="FBAE40"/>
          </p15:clr>
        </p15:guide>
        <p15:guide id="2" pos="4032">
          <p15:clr>
            <a:srgbClr val="FBAE40"/>
          </p15:clr>
        </p15:guide>
        <p15:guide id="3" orient="horz" pos="1008">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Two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C1ECD84-EA33-EC7E-D568-63690D324F13}"/>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8" name="Text Placeholder 7">
            <a:extLst>
              <a:ext uri="{FF2B5EF4-FFF2-40B4-BE49-F238E27FC236}">
                <a16:creationId xmlns:a16="http://schemas.microsoft.com/office/drawing/2014/main" id="{CCD1E792-7AE0-9EB8-6CC1-F3A220A8F1F4}"/>
              </a:ext>
            </a:extLst>
          </p:cNvPr>
          <p:cNvSpPr>
            <a:spLocks noGrp="1"/>
          </p:cNvSpPr>
          <p:nvPr>
            <p:ph type="body" sz="quarter" idx="13" hasCustomPrompt="1"/>
          </p:nvPr>
        </p:nvSpPr>
        <p:spPr>
          <a:xfrm>
            <a:off x="838200" y="1610710"/>
            <a:ext cx="4927600" cy="440909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2" name="Text Placeholder 7">
            <a:extLst>
              <a:ext uri="{FF2B5EF4-FFF2-40B4-BE49-F238E27FC236}">
                <a16:creationId xmlns:a16="http://schemas.microsoft.com/office/drawing/2014/main" id="{089BC2A2-090F-6E56-EEAF-9743AA1BA4CB}"/>
              </a:ext>
            </a:extLst>
          </p:cNvPr>
          <p:cNvSpPr>
            <a:spLocks noGrp="1"/>
          </p:cNvSpPr>
          <p:nvPr>
            <p:ph type="body" sz="quarter" idx="16" hasCustomPrompt="1"/>
          </p:nvPr>
        </p:nvSpPr>
        <p:spPr>
          <a:xfrm>
            <a:off x="6400800" y="1610710"/>
            <a:ext cx="4927600" cy="440909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Tree>
    <p:extLst>
      <p:ext uri="{BB962C8B-B14F-4D97-AF65-F5344CB8AC3E}">
        <p14:creationId xmlns:p14="http://schemas.microsoft.com/office/powerpoint/2010/main" val="669159618"/>
      </p:ext>
    </p:extLst>
  </p:cSld>
  <p:clrMapOvr>
    <a:masterClrMapping/>
  </p:clrMapOvr>
  <p:extLst>
    <p:ext uri="{DCECCB84-F9BA-43D5-87BE-67443E8EF086}">
      <p15:sldGuideLst xmlns:p15="http://schemas.microsoft.com/office/powerpoint/2012/main">
        <p15:guide id="1" pos="3648">
          <p15:clr>
            <a:srgbClr val="FBAE40"/>
          </p15:clr>
        </p15:guide>
        <p15:guide id="2" pos="4032">
          <p15:clr>
            <a:srgbClr val="FBAE40"/>
          </p15:clr>
        </p15:guide>
        <p15:guide id="3" orient="horz" pos="100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Bulleted List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Text Placeholder 5">
            <a:extLst>
              <a:ext uri="{FF2B5EF4-FFF2-40B4-BE49-F238E27FC236}">
                <a16:creationId xmlns:a16="http://schemas.microsoft.com/office/drawing/2014/main" id="{08C05815-7C66-4D9F-734E-ECA657D21F36}"/>
              </a:ext>
            </a:extLst>
          </p:cNvPr>
          <p:cNvSpPr>
            <a:spLocks noGrp="1"/>
          </p:cNvSpPr>
          <p:nvPr>
            <p:ph type="body" sz="quarter" idx="12" hasCustomPrompt="1"/>
          </p:nvPr>
        </p:nvSpPr>
        <p:spPr>
          <a:xfrm>
            <a:off x="838200" y="1600200"/>
            <a:ext cx="4931979" cy="44196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7" name="Text Placeholder 5">
            <a:extLst>
              <a:ext uri="{FF2B5EF4-FFF2-40B4-BE49-F238E27FC236}">
                <a16:creationId xmlns:a16="http://schemas.microsoft.com/office/drawing/2014/main" id="{155B9E8A-ED04-2146-4F2C-F6B9502DFCB4}"/>
              </a:ext>
            </a:extLst>
          </p:cNvPr>
          <p:cNvSpPr>
            <a:spLocks noGrp="1"/>
          </p:cNvSpPr>
          <p:nvPr>
            <p:ph type="body" sz="quarter" idx="13" hasCustomPrompt="1"/>
          </p:nvPr>
        </p:nvSpPr>
        <p:spPr>
          <a:xfrm>
            <a:off x="6421820" y="1600200"/>
            <a:ext cx="4931979" cy="44196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tx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Tree>
    <p:extLst>
      <p:ext uri="{BB962C8B-B14F-4D97-AF65-F5344CB8AC3E}">
        <p14:creationId xmlns:p14="http://schemas.microsoft.com/office/powerpoint/2010/main" val="1022457667"/>
      </p:ext>
    </p:extLst>
  </p:cSld>
  <p:clrMapOvr>
    <a:masterClrMapping/>
  </p:clrMapOvr>
  <p:extLst>
    <p:ext uri="{DCECCB84-F9BA-43D5-87BE-67443E8EF086}">
      <p15:sldGuideLst xmlns:p15="http://schemas.microsoft.com/office/powerpoint/2012/main">
        <p15:guide id="1" pos="3648">
          <p15:clr>
            <a:srgbClr val="FBAE40"/>
          </p15:clr>
        </p15:guide>
        <p15:guide id="2" pos="4032">
          <p15:clr>
            <a:srgbClr val="FBAE40"/>
          </p15:clr>
        </p15:guide>
        <p15:guide id="3" orient="horz" pos="1008">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wo Bulleted Lis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9D5C69-D973-462B-B86C-BE13D85E4C33}"/>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Text Placeholder 5">
            <a:extLst>
              <a:ext uri="{FF2B5EF4-FFF2-40B4-BE49-F238E27FC236}">
                <a16:creationId xmlns:a16="http://schemas.microsoft.com/office/drawing/2014/main" id="{08C05815-7C66-4D9F-734E-ECA657D21F36}"/>
              </a:ext>
            </a:extLst>
          </p:cNvPr>
          <p:cNvSpPr>
            <a:spLocks noGrp="1"/>
          </p:cNvSpPr>
          <p:nvPr>
            <p:ph type="body" sz="quarter" idx="12" hasCustomPrompt="1"/>
          </p:nvPr>
        </p:nvSpPr>
        <p:spPr>
          <a:xfrm>
            <a:off x="838200" y="1600200"/>
            <a:ext cx="4931979" cy="44196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
        <p:nvSpPr>
          <p:cNvPr id="7" name="Text Placeholder 5">
            <a:extLst>
              <a:ext uri="{FF2B5EF4-FFF2-40B4-BE49-F238E27FC236}">
                <a16:creationId xmlns:a16="http://schemas.microsoft.com/office/drawing/2014/main" id="{155B9E8A-ED04-2146-4F2C-F6B9502DFCB4}"/>
              </a:ext>
            </a:extLst>
          </p:cNvPr>
          <p:cNvSpPr>
            <a:spLocks noGrp="1"/>
          </p:cNvSpPr>
          <p:nvPr>
            <p:ph type="body" sz="quarter" idx="13" hasCustomPrompt="1"/>
          </p:nvPr>
        </p:nvSpPr>
        <p:spPr>
          <a:xfrm>
            <a:off x="6421820" y="1600200"/>
            <a:ext cx="4931979" cy="4419600"/>
          </a:xfrm>
          <a:prstGeom prst="rect">
            <a:avLst/>
          </a:prstGeom>
        </p:spPr>
        <p:txBody>
          <a:bodyPr>
            <a:normAutofit/>
          </a:bodyPr>
          <a:lstStyle>
            <a:lvl1pPr marL="457200" indent="-457200" algn="l">
              <a:lnSpc>
                <a:spcPct val="100000"/>
              </a:lnSpc>
              <a:spcBef>
                <a:spcPts val="600"/>
              </a:spcBef>
              <a:buClr>
                <a:srgbClr val="009CDE"/>
              </a:buClr>
              <a:buFont typeface="Wingdings" pitchFamily="2" charset="2"/>
              <a:buChar char="§"/>
              <a:defRPr sz="3000">
                <a:solidFill>
                  <a:schemeClr val="bg1"/>
                </a:solidFill>
              </a:defRPr>
            </a:lvl1pPr>
          </a:lstStyle>
          <a:p>
            <a:pPr lvl="0"/>
            <a:r>
              <a:rPr lang="en-US" dirty="0"/>
              <a:t>Here’s a list of items</a:t>
            </a:r>
          </a:p>
          <a:p>
            <a:pPr lvl="0"/>
            <a:r>
              <a:rPr lang="en-US" dirty="0"/>
              <a:t>And some text</a:t>
            </a:r>
          </a:p>
          <a:p>
            <a:pPr lvl="0"/>
            <a:r>
              <a:rPr lang="en-US" dirty="0"/>
              <a:t>But remember not to overload your slides with content</a:t>
            </a:r>
          </a:p>
        </p:txBody>
      </p:sp>
    </p:spTree>
    <p:extLst>
      <p:ext uri="{BB962C8B-B14F-4D97-AF65-F5344CB8AC3E}">
        <p14:creationId xmlns:p14="http://schemas.microsoft.com/office/powerpoint/2010/main" val="1897761609"/>
      </p:ext>
    </p:extLst>
  </p:cSld>
  <p:clrMapOvr>
    <a:masterClrMapping/>
  </p:clrMapOvr>
  <p:extLst>
    <p:ext uri="{DCECCB84-F9BA-43D5-87BE-67443E8EF086}">
      <p15:sldGuideLst xmlns:p15="http://schemas.microsoft.com/office/powerpoint/2012/main">
        <p15:guide id="1" pos="3648">
          <p15:clr>
            <a:srgbClr val="FBAE40"/>
          </p15:clr>
        </p15:guide>
        <p15:guide id="2" pos="4032">
          <p15:clr>
            <a:srgbClr val="FBAE40"/>
          </p15:clr>
        </p15:guide>
        <p15:guide id="3" orient="horz" pos="1008">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wo Columns_Blank Image">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Picture Placeholder 7">
            <a:extLst>
              <a:ext uri="{FF2B5EF4-FFF2-40B4-BE49-F238E27FC236}">
                <a16:creationId xmlns:a16="http://schemas.microsoft.com/office/drawing/2014/main" id="{04A28650-F59F-CD0B-F304-29F0D9BF79AA}"/>
              </a:ext>
            </a:extLst>
          </p:cNvPr>
          <p:cNvSpPr>
            <a:spLocks noGrp="1"/>
          </p:cNvSpPr>
          <p:nvPr>
            <p:ph type="pic" sz="quarter" idx="14"/>
          </p:nvPr>
        </p:nvSpPr>
        <p:spPr>
          <a:xfrm>
            <a:off x="0" y="876300"/>
            <a:ext cx="3822700" cy="5143500"/>
          </a:xfrm>
          <a:prstGeom prst="rect">
            <a:avLst/>
          </a:prstGeo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en-US" altLang="ja-JP"/>
              <a:t>Click icon to add picture</a:t>
            </a:r>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Tree>
    <p:extLst>
      <p:ext uri="{BB962C8B-B14F-4D97-AF65-F5344CB8AC3E}">
        <p14:creationId xmlns:p14="http://schemas.microsoft.com/office/powerpoint/2010/main" val="1985663151"/>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4992">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Two Columns_Blank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8E69DFA-BA08-8D12-5BEC-DC98DB47DB33}"/>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Picture Placeholder 7">
            <a:extLst>
              <a:ext uri="{FF2B5EF4-FFF2-40B4-BE49-F238E27FC236}">
                <a16:creationId xmlns:a16="http://schemas.microsoft.com/office/drawing/2014/main" id="{04A28650-F59F-CD0B-F304-29F0D9BF79AA}"/>
              </a:ext>
            </a:extLst>
          </p:cNvPr>
          <p:cNvSpPr>
            <a:spLocks noGrp="1"/>
          </p:cNvSpPr>
          <p:nvPr>
            <p:ph type="pic" sz="quarter" idx="14"/>
          </p:nvPr>
        </p:nvSpPr>
        <p:spPr>
          <a:xfrm>
            <a:off x="0" y="876300"/>
            <a:ext cx="3822700" cy="5143500"/>
          </a:xfrm>
          <a:prstGeom prst="rect">
            <a:avLst/>
          </a:prstGeo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en-US" altLang="ja-JP"/>
              <a:t>Click icon to add picture</a:t>
            </a:r>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Tree>
    <p:extLst>
      <p:ext uri="{BB962C8B-B14F-4D97-AF65-F5344CB8AC3E}">
        <p14:creationId xmlns:p14="http://schemas.microsoft.com/office/powerpoint/2010/main" val="4083116830"/>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4992">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wo Columns_Image1">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7" name="Picture 6" descr="A group of glowing spheres&#10;&#10;AI-generated content may be incorrect.">
            <a:extLst>
              <a:ext uri="{FF2B5EF4-FFF2-40B4-BE49-F238E27FC236}">
                <a16:creationId xmlns:a16="http://schemas.microsoft.com/office/drawing/2014/main" id="{DD322FEF-2566-95FF-03CA-A17509D596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73211"/>
            <a:ext cx="3805881" cy="5123935"/>
          </a:xfrm>
          <a:prstGeom prst="rect">
            <a:avLst/>
          </a:prstGeom>
        </p:spPr>
      </p:pic>
    </p:spTree>
    <p:extLst>
      <p:ext uri="{BB962C8B-B14F-4D97-AF65-F5344CB8AC3E}">
        <p14:creationId xmlns:p14="http://schemas.microsoft.com/office/powerpoint/2010/main" val="2114619166"/>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5016">
          <p15:clr>
            <a:srgbClr val="FBAE40"/>
          </p15:clr>
        </p15:guide>
        <p15:guide id="4" pos="480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Two Columns_Image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873608-BB12-0446-D00E-AADFB135EFEA}"/>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7" name="Picture 6" descr="A group of glowing spheres&#10;&#10;AI-generated content may be incorrect.">
            <a:extLst>
              <a:ext uri="{FF2B5EF4-FFF2-40B4-BE49-F238E27FC236}">
                <a16:creationId xmlns:a16="http://schemas.microsoft.com/office/drawing/2014/main" id="{1150A710-C93E-CAEC-D2E1-94A917A9F78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73211"/>
            <a:ext cx="3805881" cy="5123935"/>
          </a:xfrm>
          <a:prstGeom prst="rect">
            <a:avLst/>
          </a:prstGeom>
        </p:spPr>
      </p:pic>
    </p:spTree>
    <p:extLst>
      <p:ext uri="{BB962C8B-B14F-4D97-AF65-F5344CB8AC3E}">
        <p14:creationId xmlns:p14="http://schemas.microsoft.com/office/powerpoint/2010/main" val="1048711245"/>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5016">
          <p15:clr>
            <a:srgbClr val="FBAE40"/>
          </p15:clr>
        </p15:guide>
        <p15:guide id="4" pos="480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wo Columns_Image2">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7" name="Picture 6" descr="A close up of a grid&#10;&#10;AI-generated content may be incorrect.">
            <a:extLst>
              <a:ext uri="{FF2B5EF4-FFF2-40B4-BE49-F238E27FC236}">
                <a16:creationId xmlns:a16="http://schemas.microsoft.com/office/drawing/2014/main" id="{ACE5CAC6-7B69-EA4E-0B54-803B624561E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856736"/>
            <a:ext cx="3822357" cy="5184536"/>
          </a:xfrm>
          <a:prstGeom prst="rect">
            <a:avLst/>
          </a:prstGeom>
        </p:spPr>
      </p:pic>
    </p:spTree>
    <p:extLst>
      <p:ext uri="{BB962C8B-B14F-4D97-AF65-F5344CB8AC3E}">
        <p14:creationId xmlns:p14="http://schemas.microsoft.com/office/powerpoint/2010/main" val="3733966266"/>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Two Columns_Image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41DCE52-DE15-5704-A7BC-733D82A14DA4}"/>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7" name="Picture 6" descr="A close up of a grid&#10;&#10;AI-generated content may be incorrect.">
            <a:extLst>
              <a:ext uri="{FF2B5EF4-FFF2-40B4-BE49-F238E27FC236}">
                <a16:creationId xmlns:a16="http://schemas.microsoft.com/office/drawing/2014/main" id="{9DEDE2EE-C47F-28F0-7FE6-6152F5900D5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856736"/>
            <a:ext cx="3822357" cy="5184536"/>
          </a:xfrm>
          <a:prstGeom prst="rect">
            <a:avLst/>
          </a:prstGeom>
        </p:spPr>
      </p:pic>
    </p:spTree>
    <p:extLst>
      <p:ext uri="{BB962C8B-B14F-4D97-AF65-F5344CB8AC3E}">
        <p14:creationId xmlns:p14="http://schemas.microsoft.com/office/powerpoint/2010/main" val="303516350"/>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wo Columns_Image3">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3" name="Picture 2" descr="Close-up of a blue tube&#10;&#10;AI-generated content may be incorrect.">
            <a:extLst>
              <a:ext uri="{FF2B5EF4-FFF2-40B4-BE49-F238E27FC236}">
                <a16:creationId xmlns:a16="http://schemas.microsoft.com/office/drawing/2014/main" id="{6CDEE924-EB2D-CE2B-051A-209934B63B5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56735"/>
            <a:ext cx="4105815" cy="5183565"/>
          </a:xfrm>
          <a:prstGeom prst="rect">
            <a:avLst/>
          </a:prstGeom>
        </p:spPr>
      </p:pic>
    </p:spTree>
    <p:extLst>
      <p:ext uri="{BB962C8B-B14F-4D97-AF65-F5344CB8AC3E}">
        <p14:creationId xmlns:p14="http://schemas.microsoft.com/office/powerpoint/2010/main" val="2447250760"/>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Two Columns_Image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FAF573A-AA4C-7883-A3E9-0FBD5EACF92B}"/>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7" name="Picture 6" descr="Close-up of a blue tube&#10;&#10;AI-generated content may be incorrect.">
            <a:extLst>
              <a:ext uri="{FF2B5EF4-FFF2-40B4-BE49-F238E27FC236}">
                <a16:creationId xmlns:a16="http://schemas.microsoft.com/office/drawing/2014/main" id="{3E87AB97-7C66-B122-5010-A928FC47BB1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56735"/>
            <a:ext cx="4105815" cy="5183565"/>
          </a:xfrm>
          <a:prstGeom prst="rect">
            <a:avLst/>
          </a:prstGeom>
        </p:spPr>
      </p:pic>
    </p:spTree>
    <p:extLst>
      <p:ext uri="{BB962C8B-B14F-4D97-AF65-F5344CB8AC3E}">
        <p14:creationId xmlns:p14="http://schemas.microsoft.com/office/powerpoint/2010/main" val="3110573510"/>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wo Columns_Image4">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2" name="Picture 1" descr="A large pile of sand next to a factory&#10;&#10;Description automatically generated">
            <a:extLst>
              <a:ext uri="{FF2B5EF4-FFF2-40B4-BE49-F238E27FC236}">
                <a16:creationId xmlns:a16="http://schemas.microsoft.com/office/drawing/2014/main" id="{AE527942-AA8C-A604-61E7-16E2494951A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0"/>
            <a:ext cx="3810000" cy="5168450"/>
          </a:xfrm>
          <a:prstGeom prst="rect">
            <a:avLst/>
          </a:prstGeom>
        </p:spPr>
      </p:pic>
      <p:pic>
        <p:nvPicPr>
          <p:cNvPr id="3" name="Picture 2" descr="A machine pouring sand into a pile&#10;&#10;AI-generated content may be incorrect.">
            <a:extLst>
              <a:ext uri="{FF2B5EF4-FFF2-40B4-BE49-F238E27FC236}">
                <a16:creationId xmlns:a16="http://schemas.microsoft.com/office/drawing/2014/main" id="{EAD4F54E-F8CD-82EC-109F-F32084E527F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873211"/>
            <a:ext cx="3805881" cy="5173362"/>
          </a:xfrm>
          <a:prstGeom prst="rect">
            <a:avLst/>
          </a:prstGeom>
        </p:spPr>
      </p:pic>
    </p:spTree>
    <p:extLst>
      <p:ext uri="{BB962C8B-B14F-4D97-AF65-F5344CB8AC3E}">
        <p14:creationId xmlns:p14="http://schemas.microsoft.com/office/powerpoint/2010/main" val="3171414271"/>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Two Columns_Image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4E2706F-DA0D-D91F-96B9-4A3CC44B1B5A}"/>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6" name="Picture 5" descr="A machine pouring sand into a pile&#10;&#10;AI-generated content may be incorrect.">
            <a:extLst>
              <a:ext uri="{FF2B5EF4-FFF2-40B4-BE49-F238E27FC236}">
                <a16:creationId xmlns:a16="http://schemas.microsoft.com/office/drawing/2014/main" id="{7A066738-0DB4-D5A6-874F-59A2ACEA154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73211"/>
            <a:ext cx="3805881" cy="5173362"/>
          </a:xfrm>
          <a:prstGeom prst="rect">
            <a:avLst/>
          </a:prstGeom>
        </p:spPr>
      </p:pic>
    </p:spTree>
    <p:extLst>
      <p:ext uri="{BB962C8B-B14F-4D97-AF65-F5344CB8AC3E}">
        <p14:creationId xmlns:p14="http://schemas.microsoft.com/office/powerpoint/2010/main" val="509552881"/>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wo Columns_Image5">
    <p:spTree>
      <p:nvGrpSpPr>
        <p:cNvPr id="1" name=""/>
        <p:cNvGrpSpPr/>
        <p:nvPr/>
      </p:nvGrpSpPr>
      <p:grpSpPr>
        <a:xfrm>
          <a:off x="0" y="0"/>
          <a:ext cx="0" cy="0"/>
          <a:chOff x="0" y="0"/>
          <a:chExt cx="0" cy="0"/>
        </a:xfrm>
      </p:grpSpPr>
      <p:pic>
        <p:nvPicPr>
          <p:cNvPr id="2" name="Picture 1" descr="A pile of blue and white pills&#10;&#10;AI-generated content may be incorrect.">
            <a:extLst>
              <a:ext uri="{FF2B5EF4-FFF2-40B4-BE49-F238E27FC236}">
                <a16:creationId xmlns:a16="http://schemas.microsoft.com/office/drawing/2014/main" id="{5B70EF24-0225-1963-49A6-6B89EF2A138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81449"/>
            <a:ext cx="3805882" cy="5148648"/>
          </a:xfrm>
          <a:prstGeom prst="rect">
            <a:avLst/>
          </a:prstGeom>
        </p:spPr>
      </p:pic>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Tree>
    <p:extLst>
      <p:ext uri="{BB962C8B-B14F-4D97-AF65-F5344CB8AC3E}">
        <p14:creationId xmlns:p14="http://schemas.microsoft.com/office/powerpoint/2010/main" val="486597416"/>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wo Columns_Image5">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31B89F-E904-2399-E8BE-25EEADE8A320}"/>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3" name="Picture 2" descr="A pile of blue and white pills&#10;&#10;AI-generated content may be incorrect.">
            <a:extLst>
              <a:ext uri="{FF2B5EF4-FFF2-40B4-BE49-F238E27FC236}">
                <a16:creationId xmlns:a16="http://schemas.microsoft.com/office/drawing/2014/main" id="{3DF99A55-E689-0C43-9A32-1E0E0A91FED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81449"/>
            <a:ext cx="3805882" cy="5148648"/>
          </a:xfrm>
          <a:prstGeom prst="rect">
            <a:avLst/>
          </a:prstGeom>
        </p:spPr>
      </p:pic>
    </p:spTree>
    <p:extLst>
      <p:ext uri="{BB962C8B-B14F-4D97-AF65-F5344CB8AC3E}">
        <p14:creationId xmlns:p14="http://schemas.microsoft.com/office/powerpoint/2010/main" val="2639581823"/>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wo Columns_Image6">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2" name="Picture 1" descr="Close-up of several round blue objects&#10;&#10;Description automatically generated">
            <a:extLst>
              <a:ext uri="{FF2B5EF4-FFF2-40B4-BE49-F238E27FC236}">
                <a16:creationId xmlns:a16="http://schemas.microsoft.com/office/drawing/2014/main" id="{E9EC6AB8-D682-68FE-2C30-0DFD96C1A6A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0"/>
            <a:ext cx="3810000" cy="5143500"/>
          </a:xfrm>
          <a:prstGeom prst="rect">
            <a:avLst/>
          </a:prstGeom>
        </p:spPr>
      </p:pic>
    </p:spTree>
    <p:extLst>
      <p:ext uri="{BB962C8B-B14F-4D97-AF65-F5344CB8AC3E}">
        <p14:creationId xmlns:p14="http://schemas.microsoft.com/office/powerpoint/2010/main" val="1818630609"/>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Two Columns_Image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C009AE-013F-66AC-492C-22B4D092B2F6}"/>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2" name="Picture 1" descr="Close-up of several round blue objects&#10;&#10;Description automatically generated">
            <a:extLst>
              <a:ext uri="{FF2B5EF4-FFF2-40B4-BE49-F238E27FC236}">
                <a16:creationId xmlns:a16="http://schemas.microsoft.com/office/drawing/2014/main" id="{E9EC6AB8-D682-68FE-2C30-0DFD96C1A6A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0"/>
            <a:ext cx="3810000" cy="5143500"/>
          </a:xfrm>
          <a:prstGeom prst="rect">
            <a:avLst/>
          </a:prstGeom>
        </p:spPr>
      </p:pic>
    </p:spTree>
    <p:extLst>
      <p:ext uri="{BB962C8B-B14F-4D97-AF65-F5344CB8AC3E}">
        <p14:creationId xmlns:p14="http://schemas.microsoft.com/office/powerpoint/2010/main" val="1999758353"/>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wo Columns_Image7">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pic>
        <p:nvPicPr>
          <p:cNvPr id="2" name="Picture 1" descr="A close-up of several batteries&#10;&#10;Description automatically generated">
            <a:extLst>
              <a:ext uri="{FF2B5EF4-FFF2-40B4-BE49-F238E27FC236}">
                <a16:creationId xmlns:a16="http://schemas.microsoft.com/office/drawing/2014/main" id="{80D78AC5-FDE9-AA07-E801-23EE17BFB7FD}"/>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1"/>
            <a:ext cx="3810000" cy="5143500"/>
          </a:xfrm>
          <a:prstGeom prst="rect">
            <a:avLst/>
          </a:prstGeom>
        </p:spPr>
      </p:pic>
    </p:spTree>
    <p:extLst>
      <p:ext uri="{BB962C8B-B14F-4D97-AF65-F5344CB8AC3E}">
        <p14:creationId xmlns:p14="http://schemas.microsoft.com/office/powerpoint/2010/main" val="1603028624"/>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Two Columns_Image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BDBC16D-62FA-AE61-8D58-4C68F5C2BB99}"/>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42418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12" name="Text Placeholder 7">
            <a:extLst>
              <a:ext uri="{FF2B5EF4-FFF2-40B4-BE49-F238E27FC236}">
                <a16:creationId xmlns:a16="http://schemas.microsoft.com/office/drawing/2014/main" id="{BCD6FC11-0A70-4F85-9558-26CFDBFB883E}"/>
              </a:ext>
            </a:extLst>
          </p:cNvPr>
          <p:cNvSpPr>
            <a:spLocks noGrp="1"/>
          </p:cNvSpPr>
          <p:nvPr>
            <p:ph type="body" sz="quarter" idx="16" hasCustomPrompt="1"/>
          </p:nvPr>
        </p:nvSpPr>
        <p:spPr>
          <a:xfrm>
            <a:off x="7962900" y="876300"/>
            <a:ext cx="3390900" cy="514350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pic>
        <p:nvPicPr>
          <p:cNvPr id="2" name="Picture 1" descr="A close-up of several batteries&#10;&#10;Description automatically generated">
            <a:extLst>
              <a:ext uri="{FF2B5EF4-FFF2-40B4-BE49-F238E27FC236}">
                <a16:creationId xmlns:a16="http://schemas.microsoft.com/office/drawing/2014/main" id="{80D78AC5-FDE9-AA07-E801-23EE17BFB7FD}"/>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1"/>
            <a:ext cx="3810000" cy="5143500"/>
          </a:xfrm>
          <a:prstGeom prst="rect">
            <a:avLst/>
          </a:prstGeom>
        </p:spPr>
      </p:pic>
    </p:spTree>
    <p:extLst>
      <p:ext uri="{BB962C8B-B14F-4D97-AF65-F5344CB8AC3E}">
        <p14:creationId xmlns:p14="http://schemas.microsoft.com/office/powerpoint/2010/main" val="3441980850"/>
      </p:ext>
    </p:extLst>
  </p:cSld>
  <p:clrMapOvr>
    <a:masterClrMapping/>
  </p:clrMapOvr>
  <p:extLst>
    <p:ext uri="{DCECCB84-F9BA-43D5-87BE-67443E8EF086}">
      <p15:sldGuideLst xmlns:p15="http://schemas.microsoft.com/office/powerpoint/2012/main">
        <p15:guide id="1" pos="2400">
          <p15:clr>
            <a:srgbClr val="FBAE40"/>
          </p15:clr>
        </p15:guide>
        <p15:guide id="2" pos="2664">
          <p15:clr>
            <a:srgbClr val="FBAE40"/>
          </p15:clr>
        </p15:guide>
        <p15:guide id="3" pos="4800">
          <p15:clr>
            <a:srgbClr val="FBAE40"/>
          </p15:clr>
        </p15:guide>
        <p15:guide id="4" pos="5016">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Text Placeholder 7">
            <a:extLst>
              <a:ext uri="{FF2B5EF4-FFF2-40B4-BE49-F238E27FC236}">
                <a16:creationId xmlns:a16="http://schemas.microsoft.com/office/drawing/2014/main" id="{DA2A5F4D-2E69-2351-61A6-7A19C96E9F2D}"/>
              </a:ext>
            </a:extLst>
          </p:cNvPr>
          <p:cNvSpPr>
            <a:spLocks noGrp="1"/>
          </p:cNvSpPr>
          <p:nvPr>
            <p:ph type="body" sz="quarter" idx="18" hasCustomPrompt="1"/>
          </p:nvPr>
        </p:nvSpPr>
        <p:spPr>
          <a:xfrm>
            <a:off x="838200" y="1610710"/>
            <a:ext cx="3124200" cy="440909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9" name="Text Placeholder 7">
            <a:extLst>
              <a:ext uri="{FF2B5EF4-FFF2-40B4-BE49-F238E27FC236}">
                <a16:creationId xmlns:a16="http://schemas.microsoft.com/office/drawing/2014/main" id="{1EE8CFF9-6E5C-3F20-4D4C-7C2F501627F3}"/>
              </a:ext>
            </a:extLst>
          </p:cNvPr>
          <p:cNvSpPr>
            <a:spLocks noGrp="1"/>
          </p:cNvSpPr>
          <p:nvPr>
            <p:ph type="body" sz="quarter" idx="20" hasCustomPrompt="1"/>
          </p:nvPr>
        </p:nvSpPr>
        <p:spPr>
          <a:xfrm>
            <a:off x="4572000" y="1610710"/>
            <a:ext cx="3073400" cy="440909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
        <p:nvSpPr>
          <p:cNvPr id="11" name="Text Placeholder 7">
            <a:extLst>
              <a:ext uri="{FF2B5EF4-FFF2-40B4-BE49-F238E27FC236}">
                <a16:creationId xmlns:a16="http://schemas.microsoft.com/office/drawing/2014/main" id="{EDBB4FF8-7296-C74B-16F6-2D3A9097A271}"/>
              </a:ext>
            </a:extLst>
          </p:cNvPr>
          <p:cNvSpPr>
            <a:spLocks noGrp="1"/>
          </p:cNvSpPr>
          <p:nvPr>
            <p:ph type="body" sz="quarter" idx="22" hasCustomPrompt="1"/>
          </p:nvPr>
        </p:nvSpPr>
        <p:spPr>
          <a:xfrm>
            <a:off x="8229600" y="1610710"/>
            <a:ext cx="3124200" cy="4409090"/>
          </a:xfrm>
          <a:prstGeom prst="rect">
            <a:avLst/>
          </a:prstGeom>
        </p:spPr>
        <p:txBody>
          <a:bodyPr>
            <a:normAutofit/>
          </a:bodyPr>
          <a:lstStyle>
            <a:lvl1pPr marL="0" indent="0">
              <a:buNone/>
              <a:defRPr sz="3000">
                <a:solidFill>
                  <a:schemeClr val="tx1"/>
                </a:solidFill>
              </a:defRPr>
            </a:lvl1pPr>
          </a:lstStyle>
          <a:p>
            <a:pPr lvl="0"/>
            <a:r>
              <a:rPr lang="en-US" dirty="0"/>
              <a:t>Your audience will listen to you or read the content, but won’t do both.</a:t>
            </a:r>
          </a:p>
        </p:txBody>
      </p:sp>
    </p:spTree>
    <p:extLst>
      <p:ext uri="{BB962C8B-B14F-4D97-AF65-F5344CB8AC3E}">
        <p14:creationId xmlns:p14="http://schemas.microsoft.com/office/powerpoint/2010/main" val="1035710053"/>
      </p:ext>
    </p:extLst>
  </p:cSld>
  <p:clrMapOvr>
    <a:masterClrMapping/>
  </p:clrMapOvr>
  <p:extLst>
    <p:ext uri="{DCECCB84-F9BA-43D5-87BE-67443E8EF086}">
      <p15:sldGuideLst xmlns:p15="http://schemas.microsoft.com/office/powerpoint/2012/main">
        <p15:guide id="1" orient="horz" pos="1008">
          <p15:clr>
            <a:srgbClr val="FBAE40"/>
          </p15:clr>
        </p15:guide>
        <p15:guide id="2" pos="2496">
          <p15:clr>
            <a:srgbClr val="FBAE40"/>
          </p15:clr>
        </p15:guide>
        <p15:guide id="3" pos="2880">
          <p15:clr>
            <a:srgbClr val="FBAE40"/>
          </p15:clr>
        </p15:guide>
        <p15:guide id="4" pos="4824">
          <p15:clr>
            <a:srgbClr val="FBAE40"/>
          </p15:clr>
        </p15:guide>
        <p15:guide id="5" pos="518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Three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D9587E-BE6E-115D-10CC-D5C4D05FBC6D}"/>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6" name="Text Placeholder 7">
            <a:extLst>
              <a:ext uri="{FF2B5EF4-FFF2-40B4-BE49-F238E27FC236}">
                <a16:creationId xmlns:a16="http://schemas.microsoft.com/office/drawing/2014/main" id="{DA2A5F4D-2E69-2351-61A6-7A19C96E9F2D}"/>
              </a:ext>
            </a:extLst>
          </p:cNvPr>
          <p:cNvSpPr>
            <a:spLocks noGrp="1"/>
          </p:cNvSpPr>
          <p:nvPr>
            <p:ph type="body" sz="quarter" idx="18" hasCustomPrompt="1"/>
          </p:nvPr>
        </p:nvSpPr>
        <p:spPr>
          <a:xfrm>
            <a:off x="838200" y="1610710"/>
            <a:ext cx="3124200" cy="440909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9" name="Text Placeholder 7">
            <a:extLst>
              <a:ext uri="{FF2B5EF4-FFF2-40B4-BE49-F238E27FC236}">
                <a16:creationId xmlns:a16="http://schemas.microsoft.com/office/drawing/2014/main" id="{1EE8CFF9-6E5C-3F20-4D4C-7C2F501627F3}"/>
              </a:ext>
            </a:extLst>
          </p:cNvPr>
          <p:cNvSpPr>
            <a:spLocks noGrp="1"/>
          </p:cNvSpPr>
          <p:nvPr>
            <p:ph type="body" sz="quarter" idx="20" hasCustomPrompt="1"/>
          </p:nvPr>
        </p:nvSpPr>
        <p:spPr>
          <a:xfrm>
            <a:off x="4572000" y="1610710"/>
            <a:ext cx="3073400" cy="440909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
        <p:nvSpPr>
          <p:cNvPr id="11" name="Text Placeholder 7">
            <a:extLst>
              <a:ext uri="{FF2B5EF4-FFF2-40B4-BE49-F238E27FC236}">
                <a16:creationId xmlns:a16="http://schemas.microsoft.com/office/drawing/2014/main" id="{EDBB4FF8-7296-C74B-16F6-2D3A9097A271}"/>
              </a:ext>
            </a:extLst>
          </p:cNvPr>
          <p:cNvSpPr>
            <a:spLocks noGrp="1"/>
          </p:cNvSpPr>
          <p:nvPr>
            <p:ph type="body" sz="quarter" idx="22" hasCustomPrompt="1"/>
          </p:nvPr>
        </p:nvSpPr>
        <p:spPr>
          <a:xfrm>
            <a:off x="8229600" y="1610710"/>
            <a:ext cx="3124200" cy="4409090"/>
          </a:xfrm>
          <a:prstGeom prst="rect">
            <a:avLst/>
          </a:prstGeom>
        </p:spPr>
        <p:txBody>
          <a:bodyPr>
            <a:normAutofit/>
          </a:bodyPr>
          <a:lstStyle>
            <a:lvl1pPr marL="0" indent="0">
              <a:buNone/>
              <a:defRPr sz="3000">
                <a:solidFill>
                  <a:schemeClr val="bg1"/>
                </a:solidFill>
              </a:defRPr>
            </a:lvl1pPr>
          </a:lstStyle>
          <a:p>
            <a:pPr lvl="0"/>
            <a:r>
              <a:rPr lang="en-US" dirty="0"/>
              <a:t>Your audience will listen to you or read the content, but won’t do both.</a:t>
            </a:r>
          </a:p>
        </p:txBody>
      </p:sp>
    </p:spTree>
    <p:extLst>
      <p:ext uri="{BB962C8B-B14F-4D97-AF65-F5344CB8AC3E}">
        <p14:creationId xmlns:p14="http://schemas.microsoft.com/office/powerpoint/2010/main" val="2872435415"/>
      </p:ext>
    </p:extLst>
  </p:cSld>
  <p:clrMapOvr>
    <a:masterClrMapping/>
  </p:clrMapOvr>
  <p:extLst>
    <p:ext uri="{DCECCB84-F9BA-43D5-87BE-67443E8EF086}">
      <p15:sldGuideLst xmlns:p15="http://schemas.microsoft.com/office/powerpoint/2012/main">
        <p15:guide id="1" orient="horz" pos="1008">
          <p15:clr>
            <a:srgbClr val="FBAE40"/>
          </p15:clr>
        </p15:guide>
        <p15:guide id="2" pos="2496">
          <p15:clr>
            <a:srgbClr val="FBAE40"/>
          </p15:clr>
        </p15:guide>
        <p15:guide id="3" pos="2880">
          <p15:clr>
            <a:srgbClr val="FBAE40"/>
          </p15:clr>
        </p15:guide>
        <p15:guide id="4" pos="4824">
          <p15:clr>
            <a:srgbClr val="FBAE40"/>
          </p15:clr>
        </p15:guide>
        <p15:guide id="5" pos="518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lank Large Image_On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Picture Placeholder 7">
            <a:extLst>
              <a:ext uri="{FF2B5EF4-FFF2-40B4-BE49-F238E27FC236}">
                <a16:creationId xmlns:a16="http://schemas.microsoft.com/office/drawing/2014/main" id="{04A28650-F59F-CD0B-F304-29F0D9BF79AA}"/>
              </a:ext>
            </a:extLst>
          </p:cNvPr>
          <p:cNvSpPr>
            <a:spLocks noGrp="1"/>
          </p:cNvSpPr>
          <p:nvPr>
            <p:ph type="pic" sz="quarter" idx="14"/>
          </p:nvPr>
        </p:nvSpPr>
        <p:spPr>
          <a:xfrm>
            <a:off x="0" y="876300"/>
            <a:ext cx="7460974" cy="5143500"/>
          </a:xfrm>
          <a:prstGeom prst="rect">
            <a:avLst/>
          </a:prstGeo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en-US" altLang="ja-JP"/>
              <a:t>Click icon to add picture</a:t>
            </a:r>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tx1"/>
                </a:solidFill>
              </a:defRPr>
            </a:lvl1pPr>
          </a:lstStyle>
          <a:p>
            <a:pPr lvl="0"/>
            <a:r>
              <a:rPr lang="en-US" dirty="0"/>
              <a:t>A complex idea can be conveyed with just a single still image, namely making it possible to absorb large amounts of data quickly.</a:t>
            </a:r>
          </a:p>
        </p:txBody>
      </p:sp>
    </p:spTree>
    <p:extLst>
      <p:ext uri="{BB962C8B-B14F-4D97-AF65-F5344CB8AC3E}">
        <p14:creationId xmlns:p14="http://schemas.microsoft.com/office/powerpoint/2010/main" val="204283851"/>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Blank Large Image_One Colum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988E32-2CD1-3FA0-C45E-8AFBBB19A92C}"/>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2" name="Picture Placeholder 7">
            <a:extLst>
              <a:ext uri="{FF2B5EF4-FFF2-40B4-BE49-F238E27FC236}">
                <a16:creationId xmlns:a16="http://schemas.microsoft.com/office/drawing/2014/main" id="{04A28650-F59F-CD0B-F304-29F0D9BF79AA}"/>
              </a:ext>
            </a:extLst>
          </p:cNvPr>
          <p:cNvSpPr>
            <a:spLocks noGrp="1"/>
          </p:cNvSpPr>
          <p:nvPr>
            <p:ph type="pic" sz="quarter" idx="14"/>
          </p:nvPr>
        </p:nvSpPr>
        <p:spPr>
          <a:xfrm>
            <a:off x="0" y="876300"/>
            <a:ext cx="7460974" cy="5143500"/>
          </a:xfrm>
          <a:prstGeom prst="rect">
            <a:avLst/>
          </a:prstGeo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en-US" altLang="ja-JP"/>
              <a:t>Click icon to add picture</a:t>
            </a:r>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bg1"/>
                </a:solidFill>
              </a:defRPr>
            </a:lvl1pPr>
          </a:lstStyle>
          <a:p>
            <a:pPr lvl="0"/>
            <a:r>
              <a:rPr lang="en-US" dirty="0"/>
              <a:t>A complex idea can be conveyed with just a single still image, namely making it possible to absorb large amounts of data quickly.</a:t>
            </a:r>
          </a:p>
        </p:txBody>
      </p:sp>
    </p:spTree>
    <p:extLst>
      <p:ext uri="{BB962C8B-B14F-4D97-AF65-F5344CB8AC3E}">
        <p14:creationId xmlns:p14="http://schemas.microsoft.com/office/powerpoint/2010/main" val="1703534931"/>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Large Image1_One Column">
    <p:spTree>
      <p:nvGrpSpPr>
        <p:cNvPr id="1" name=""/>
        <p:cNvGrpSpPr/>
        <p:nvPr/>
      </p:nvGrpSpPr>
      <p:grpSpPr>
        <a:xfrm>
          <a:off x="0" y="0"/>
          <a:ext cx="0" cy="0"/>
          <a:chOff x="0" y="0"/>
          <a:chExt cx="0" cy="0"/>
        </a:xfrm>
      </p:grpSpPr>
      <p:pic>
        <p:nvPicPr>
          <p:cNvPr id="7" name="Picture 6" descr="A blue glowing spheres with lines and dots&#10;&#10;AI-generated content may be incorrect.">
            <a:extLst>
              <a:ext uri="{FF2B5EF4-FFF2-40B4-BE49-F238E27FC236}">
                <a16:creationId xmlns:a16="http://schemas.microsoft.com/office/drawing/2014/main" id="{29EF4E37-B0BC-4A64-FA8B-15AB113EC90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881449"/>
            <a:ext cx="7475327" cy="5151134"/>
          </a:xfrm>
          <a:prstGeom prst="rect">
            <a:avLst/>
          </a:prstGeom>
        </p:spPr>
      </p:pic>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tx1"/>
                </a:solidFill>
              </a:defRPr>
            </a:lvl1pPr>
          </a:lstStyle>
          <a:p>
            <a:pPr lvl="0"/>
            <a:r>
              <a:rPr lang="en-US" dirty="0"/>
              <a:t>A complex idea can be conveyed with just a single still image, namely making it possible to absorb large amounts of data quickly.</a:t>
            </a:r>
          </a:p>
        </p:txBody>
      </p:sp>
    </p:spTree>
    <p:extLst>
      <p:ext uri="{BB962C8B-B14F-4D97-AF65-F5344CB8AC3E}">
        <p14:creationId xmlns:p14="http://schemas.microsoft.com/office/powerpoint/2010/main" val="1175006248"/>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Large Image1_One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B1F805-DE67-319E-BE99-7E1B246989D6}"/>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bg1"/>
                </a:solidFill>
              </a:defRPr>
            </a:lvl1pPr>
          </a:lstStyle>
          <a:p>
            <a:pPr lvl="0"/>
            <a:r>
              <a:rPr lang="en-US" dirty="0"/>
              <a:t>A complex idea can be conveyed with just a single still image, namely making it possible to absorb large amounts of data quickly.</a:t>
            </a:r>
          </a:p>
        </p:txBody>
      </p:sp>
      <p:pic>
        <p:nvPicPr>
          <p:cNvPr id="8" name="Picture 7" descr="A blue glowing spheres with lines and dots&#10;&#10;AI-generated content may be incorrect.">
            <a:extLst>
              <a:ext uri="{FF2B5EF4-FFF2-40B4-BE49-F238E27FC236}">
                <a16:creationId xmlns:a16="http://schemas.microsoft.com/office/drawing/2014/main" id="{FEB4FCA0-53F8-9B71-70C1-BF392BDF556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881449"/>
            <a:ext cx="7475327" cy="5151134"/>
          </a:xfrm>
          <a:prstGeom prst="rect">
            <a:avLst/>
          </a:prstGeom>
        </p:spPr>
      </p:pic>
    </p:spTree>
    <p:extLst>
      <p:ext uri="{BB962C8B-B14F-4D97-AF65-F5344CB8AC3E}">
        <p14:creationId xmlns:p14="http://schemas.microsoft.com/office/powerpoint/2010/main" val="2534371133"/>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Large Image2_On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tx1"/>
                </a:solidFill>
              </a:defRPr>
            </a:lvl1pPr>
          </a:lstStyle>
          <a:p>
            <a:pPr lvl="0"/>
            <a:r>
              <a:rPr lang="en-US" dirty="0"/>
              <a:t>A complex idea can be conveyed with just a single still image, namely making it possible to absorb large amounts of data quickly.</a:t>
            </a:r>
          </a:p>
        </p:txBody>
      </p:sp>
      <p:pic>
        <p:nvPicPr>
          <p:cNvPr id="8" name="Picture 7" descr="A close up of a grid&#10;&#10;AI-generated content may be incorrect.">
            <a:extLst>
              <a:ext uri="{FF2B5EF4-FFF2-40B4-BE49-F238E27FC236}">
                <a16:creationId xmlns:a16="http://schemas.microsoft.com/office/drawing/2014/main" id="{39E4D72B-868B-D169-6CBA-11A5715E6C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873212"/>
            <a:ext cx="7463481" cy="5167658"/>
          </a:xfrm>
          <a:prstGeom prst="rect">
            <a:avLst/>
          </a:prstGeom>
        </p:spPr>
      </p:pic>
    </p:spTree>
    <p:extLst>
      <p:ext uri="{BB962C8B-B14F-4D97-AF65-F5344CB8AC3E}">
        <p14:creationId xmlns:p14="http://schemas.microsoft.com/office/powerpoint/2010/main" val="3921272285"/>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Large Image2_One Colum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6DE752-3192-4CC2-9BC7-AF3068FB88D2}"/>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bg1"/>
                </a:solidFill>
              </a:defRPr>
            </a:lvl1pPr>
          </a:lstStyle>
          <a:p>
            <a:pPr lvl="0"/>
            <a:r>
              <a:rPr lang="en-US" dirty="0"/>
              <a:t>A complex idea can be conveyed with just a single still image, namely making it possible to absorb large amounts of data quickly.</a:t>
            </a:r>
          </a:p>
        </p:txBody>
      </p:sp>
      <p:pic>
        <p:nvPicPr>
          <p:cNvPr id="7" name="Picture 6" descr="A close up of a grid&#10;&#10;AI-generated content may be incorrect.">
            <a:extLst>
              <a:ext uri="{FF2B5EF4-FFF2-40B4-BE49-F238E27FC236}">
                <a16:creationId xmlns:a16="http://schemas.microsoft.com/office/drawing/2014/main" id="{C4C2A8FA-FA9D-D7A3-02F9-E246DE57250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873212"/>
            <a:ext cx="7463481" cy="5167658"/>
          </a:xfrm>
          <a:prstGeom prst="rect">
            <a:avLst/>
          </a:prstGeom>
        </p:spPr>
      </p:pic>
    </p:spTree>
    <p:extLst>
      <p:ext uri="{BB962C8B-B14F-4D97-AF65-F5344CB8AC3E}">
        <p14:creationId xmlns:p14="http://schemas.microsoft.com/office/powerpoint/2010/main" val="437249980"/>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Large Image3_On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tx1"/>
                </a:solidFill>
              </a:defRPr>
            </a:lvl1pPr>
          </a:lstStyle>
          <a:p>
            <a:pPr lvl="0"/>
            <a:r>
              <a:rPr lang="en-US" dirty="0"/>
              <a:t>A complex idea can be conveyed with just a single still image, namely making it possible to absorb large amounts of data quickly.</a:t>
            </a:r>
          </a:p>
        </p:txBody>
      </p:sp>
      <p:pic>
        <p:nvPicPr>
          <p:cNvPr id="7" name="Picture 6" descr="Close-up of several tubes&#10;&#10;AI-generated content may be incorrect.">
            <a:extLst>
              <a:ext uri="{FF2B5EF4-FFF2-40B4-BE49-F238E27FC236}">
                <a16:creationId xmlns:a16="http://schemas.microsoft.com/office/drawing/2014/main" id="{013BE12F-1E5E-1587-5011-B5238EADC52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856734"/>
            <a:ext cx="7573960" cy="5255742"/>
          </a:xfrm>
          <a:prstGeom prst="rect">
            <a:avLst/>
          </a:prstGeom>
        </p:spPr>
      </p:pic>
    </p:spTree>
    <p:extLst>
      <p:ext uri="{BB962C8B-B14F-4D97-AF65-F5344CB8AC3E}">
        <p14:creationId xmlns:p14="http://schemas.microsoft.com/office/powerpoint/2010/main" val="3109444314"/>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Large Image3_One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890B26-03C6-77D5-3B06-D4F12FC4D2AC}"/>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bg1"/>
                </a:solidFill>
              </a:defRPr>
            </a:lvl1pPr>
          </a:lstStyle>
          <a:p>
            <a:pPr lvl="0"/>
            <a:r>
              <a:rPr lang="en-US" dirty="0"/>
              <a:t>A complex idea can be conveyed with just a single still image, namely making it possible to absorb large amounts of data quickly.</a:t>
            </a:r>
          </a:p>
        </p:txBody>
      </p:sp>
      <p:pic>
        <p:nvPicPr>
          <p:cNvPr id="7" name="Picture 6" descr="Close-up of several tubes&#10;&#10;AI-generated content may be incorrect.">
            <a:extLst>
              <a:ext uri="{FF2B5EF4-FFF2-40B4-BE49-F238E27FC236}">
                <a16:creationId xmlns:a16="http://schemas.microsoft.com/office/drawing/2014/main" id="{446FE1DD-C1D9-C59B-43B1-004CF3A3136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856734"/>
            <a:ext cx="7573960" cy="5255742"/>
          </a:xfrm>
          <a:prstGeom prst="rect">
            <a:avLst/>
          </a:prstGeom>
        </p:spPr>
      </p:pic>
    </p:spTree>
    <p:extLst>
      <p:ext uri="{BB962C8B-B14F-4D97-AF65-F5344CB8AC3E}">
        <p14:creationId xmlns:p14="http://schemas.microsoft.com/office/powerpoint/2010/main" val="2267112004"/>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Large Image4_One Column">
    <p:spTree>
      <p:nvGrpSpPr>
        <p:cNvPr id="1" name=""/>
        <p:cNvGrpSpPr/>
        <p:nvPr/>
      </p:nvGrpSpPr>
      <p:grpSpPr>
        <a:xfrm>
          <a:off x="0" y="0"/>
          <a:ext cx="0" cy="0"/>
          <a:chOff x="0" y="0"/>
          <a:chExt cx="0" cy="0"/>
        </a:xfrm>
      </p:grpSpPr>
      <p:pic>
        <p:nvPicPr>
          <p:cNvPr id="3" name="Picture 2" descr="A machine pouring sand into a pile&#10;&#10;AI-generated content may be incorrect.">
            <a:extLst>
              <a:ext uri="{FF2B5EF4-FFF2-40B4-BE49-F238E27FC236}">
                <a16:creationId xmlns:a16="http://schemas.microsoft.com/office/drawing/2014/main" id="{8998FE92-78D6-8F39-B295-A46CDE9B3E8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81449"/>
            <a:ext cx="7471719" cy="5173362"/>
          </a:xfrm>
          <a:prstGeom prst="rect">
            <a:avLst/>
          </a:prstGeom>
        </p:spPr>
      </p:pic>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tx1"/>
                </a:solidFill>
              </a:defRPr>
            </a:lvl1pPr>
          </a:lstStyle>
          <a:p>
            <a:pPr lvl="0"/>
            <a:r>
              <a:rPr lang="en-US" dirty="0"/>
              <a:t>A complex idea can be conveyed with just a single still image, namely making it possible to absorb large amounts of data quickly.</a:t>
            </a:r>
          </a:p>
        </p:txBody>
      </p:sp>
    </p:spTree>
    <p:extLst>
      <p:ext uri="{BB962C8B-B14F-4D97-AF65-F5344CB8AC3E}">
        <p14:creationId xmlns:p14="http://schemas.microsoft.com/office/powerpoint/2010/main" val="2702797334"/>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Large Image4_One Colum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29E4560-5CB7-1DEF-DA99-F5B63EDE3B1A}"/>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bg1"/>
                </a:solidFill>
              </a:defRPr>
            </a:lvl1pPr>
          </a:lstStyle>
          <a:p>
            <a:pPr lvl="0"/>
            <a:r>
              <a:rPr lang="en-US" dirty="0"/>
              <a:t>A complex idea can be conveyed with just a single still image, namely making it possible to absorb large amounts of data quickly.</a:t>
            </a:r>
          </a:p>
        </p:txBody>
      </p:sp>
      <p:pic>
        <p:nvPicPr>
          <p:cNvPr id="6" name="Picture 5" descr="A machine pouring sand into a pile&#10;&#10;AI-generated content may be incorrect.">
            <a:extLst>
              <a:ext uri="{FF2B5EF4-FFF2-40B4-BE49-F238E27FC236}">
                <a16:creationId xmlns:a16="http://schemas.microsoft.com/office/drawing/2014/main" id="{F2405920-233D-DB0C-28E3-D63E76544EF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881449"/>
            <a:ext cx="7471719" cy="5173362"/>
          </a:xfrm>
          <a:prstGeom prst="rect">
            <a:avLst/>
          </a:prstGeom>
        </p:spPr>
      </p:pic>
    </p:spTree>
    <p:extLst>
      <p:ext uri="{BB962C8B-B14F-4D97-AF65-F5344CB8AC3E}">
        <p14:creationId xmlns:p14="http://schemas.microsoft.com/office/powerpoint/2010/main" val="3566185538"/>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Large Image5_One Column">
    <p:spTree>
      <p:nvGrpSpPr>
        <p:cNvPr id="1" name=""/>
        <p:cNvGrpSpPr/>
        <p:nvPr/>
      </p:nvGrpSpPr>
      <p:grpSpPr>
        <a:xfrm>
          <a:off x="0" y="0"/>
          <a:ext cx="0" cy="0"/>
          <a:chOff x="0" y="0"/>
          <a:chExt cx="0" cy="0"/>
        </a:xfrm>
      </p:grpSpPr>
      <p:pic>
        <p:nvPicPr>
          <p:cNvPr id="2" name="Picture 1" descr="A pile of blue and white pills&#10;&#10;AI-generated content may be incorrect.">
            <a:extLst>
              <a:ext uri="{FF2B5EF4-FFF2-40B4-BE49-F238E27FC236}">
                <a16:creationId xmlns:a16="http://schemas.microsoft.com/office/drawing/2014/main" id="{F79B78ED-17FA-AF14-4DAF-A2CAFE683DE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 y="881449"/>
            <a:ext cx="7463481" cy="5148648"/>
          </a:xfrm>
          <a:prstGeom prst="rect">
            <a:avLst/>
          </a:prstGeom>
        </p:spPr>
      </p:pic>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tx1"/>
                </a:solidFill>
              </a:defRPr>
            </a:lvl1pPr>
          </a:lstStyle>
          <a:p>
            <a:pPr lvl="0"/>
            <a:r>
              <a:rPr lang="en-US" dirty="0"/>
              <a:t>A complex idea can be conveyed with just a single still image, namely making it possible to absorb large amounts of data quickly.</a:t>
            </a:r>
          </a:p>
        </p:txBody>
      </p:sp>
    </p:spTree>
    <p:extLst>
      <p:ext uri="{BB962C8B-B14F-4D97-AF65-F5344CB8AC3E}">
        <p14:creationId xmlns:p14="http://schemas.microsoft.com/office/powerpoint/2010/main" val="2291798678"/>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Large Image5_One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3573B9-0613-8444-38AD-6DA7F5330A2F}"/>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bg1"/>
                </a:solidFill>
              </a:defRPr>
            </a:lvl1pPr>
          </a:lstStyle>
          <a:p>
            <a:pPr lvl="0"/>
            <a:r>
              <a:rPr lang="en-US" dirty="0"/>
              <a:t>A complex idea can be conveyed with just a single still image, namely making it possible to absorb large amounts of data quickly.</a:t>
            </a:r>
          </a:p>
        </p:txBody>
      </p:sp>
      <p:pic>
        <p:nvPicPr>
          <p:cNvPr id="7" name="Picture 6" descr="A pile of blue and white pills&#10;&#10;AI-generated content may be incorrect.">
            <a:extLst>
              <a:ext uri="{FF2B5EF4-FFF2-40B4-BE49-F238E27FC236}">
                <a16:creationId xmlns:a16="http://schemas.microsoft.com/office/drawing/2014/main" id="{E4177FAE-0CD3-DA6A-EB0B-5431A46AF50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 y="881449"/>
            <a:ext cx="7463481" cy="5148648"/>
          </a:xfrm>
          <a:prstGeom prst="rect">
            <a:avLst/>
          </a:prstGeom>
        </p:spPr>
      </p:pic>
    </p:spTree>
    <p:extLst>
      <p:ext uri="{BB962C8B-B14F-4D97-AF65-F5344CB8AC3E}">
        <p14:creationId xmlns:p14="http://schemas.microsoft.com/office/powerpoint/2010/main" val="2026385004"/>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Large Image6_On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tx1"/>
                </a:solidFill>
              </a:defRPr>
            </a:lvl1pPr>
          </a:lstStyle>
          <a:p>
            <a:pPr lvl="0"/>
            <a:r>
              <a:rPr lang="en-US" dirty="0"/>
              <a:t>A complex idea can be conveyed with just a single still image, namely making it possible to absorb large amounts of data quickly.</a:t>
            </a:r>
          </a:p>
        </p:txBody>
      </p:sp>
      <p:pic>
        <p:nvPicPr>
          <p:cNvPr id="2" name="Picture 1" descr="Close-up of several round blue objects&#10;&#10;Description automatically generated">
            <a:extLst>
              <a:ext uri="{FF2B5EF4-FFF2-40B4-BE49-F238E27FC236}">
                <a16:creationId xmlns:a16="http://schemas.microsoft.com/office/drawing/2014/main" id="{575F3287-F34F-413B-33E2-7E5C7EDF2BD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876300"/>
            <a:ext cx="7467599" cy="5143500"/>
          </a:xfrm>
          <a:prstGeom prst="rect">
            <a:avLst/>
          </a:prstGeom>
        </p:spPr>
      </p:pic>
    </p:spTree>
    <p:extLst>
      <p:ext uri="{BB962C8B-B14F-4D97-AF65-F5344CB8AC3E}">
        <p14:creationId xmlns:p14="http://schemas.microsoft.com/office/powerpoint/2010/main" val="1362300244"/>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Large Image6_One Colum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DFA2048-411F-A8E2-3577-541904CD93E6}"/>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bg1"/>
                </a:solidFill>
              </a:defRPr>
            </a:lvl1pPr>
          </a:lstStyle>
          <a:p>
            <a:pPr lvl="0"/>
            <a:r>
              <a:rPr lang="en-US" dirty="0"/>
              <a:t>A complex idea can be conveyed with just a single still image, namely making it possible to absorb large amounts of data quickly.</a:t>
            </a:r>
          </a:p>
        </p:txBody>
      </p:sp>
      <p:pic>
        <p:nvPicPr>
          <p:cNvPr id="2" name="Picture 1" descr="Close-up of several round blue objects&#10;&#10;Description automatically generated">
            <a:extLst>
              <a:ext uri="{FF2B5EF4-FFF2-40B4-BE49-F238E27FC236}">
                <a16:creationId xmlns:a16="http://schemas.microsoft.com/office/drawing/2014/main" id="{575F3287-F34F-413B-33E2-7E5C7EDF2BD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876300"/>
            <a:ext cx="7467599" cy="5143500"/>
          </a:xfrm>
          <a:prstGeom prst="rect">
            <a:avLst/>
          </a:prstGeom>
        </p:spPr>
      </p:pic>
    </p:spTree>
    <p:extLst>
      <p:ext uri="{BB962C8B-B14F-4D97-AF65-F5344CB8AC3E}">
        <p14:creationId xmlns:p14="http://schemas.microsoft.com/office/powerpoint/2010/main" val="679607736"/>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Large Image7_On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tx1"/>
                </a:solidFill>
              </a:defRPr>
            </a:lvl1pPr>
          </a:lstStyle>
          <a:p>
            <a:pPr lvl="0"/>
            <a:r>
              <a:rPr lang="en-US" dirty="0"/>
              <a:t>A complex idea can be conveyed with just a single still image, namely making it possible to absorb large amounts of data quickly.</a:t>
            </a:r>
          </a:p>
        </p:txBody>
      </p:sp>
      <p:pic>
        <p:nvPicPr>
          <p:cNvPr id="6" name="Picture 5" descr="A close-up of several batteries&#10;&#10;Description automatically generated">
            <a:extLst>
              <a:ext uri="{FF2B5EF4-FFF2-40B4-BE49-F238E27FC236}">
                <a16:creationId xmlns:a16="http://schemas.microsoft.com/office/drawing/2014/main" id="{A9EE0E00-6CB8-B0B5-3359-6E2094EDCAA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1"/>
            <a:ext cx="7467600" cy="5143500"/>
          </a:xfrm>
          <a:prstGeom prst="rect">
            <a:avLst/>
          </a:prstGeom>
        </p:spPr>
      </p:pic>
    </p:spTree>
    <p:extLst>
      <p:ext uri="{BB962C8B-B14F-4D97-AF65-F5344CB8AC3E}">
        <p14:creationId xmlns:p14="http://schemas.microsoft.com/office/powerpoint/2010/main" val="371604166"/>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Large Image7_One 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D106CF-57DD-12AB-30A6-B9DD73CA39FA}"/>
              </a:ext>
            </a:extLst>
          </p:cNvPr>
          <p:cNvSpPr/>
          <p:nvPr userDrawn="1"/>
        </p:nvSpPr>
        <p:spPr>
          <a:xfrm>
            <a:off x="0" y="630224"/>
            <a:ext cx="12192000" cy="574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 Placeholder 7">
            <a:extLst>
              <a:ext uri="{FF2B5EF4-FFF2-40B4-BE49-F238E27FC236}">
                <a16:creationId xmlns:a16="http://schemas.microsoft.com/office/drawing/2014/main" id="{3BCBECDB-E8EE-23A1-C5A9-89771EF3CE9E}"/>
              </a:ext>
            </a:extLst>
          </p:cNvPr>
          <p:cNvSpPr>
            <a:spLocks noGrp="1"/>
          </p:cNvSpPr>
          <p:nvPr>
            <p:ph type="body" sz="quarter" idx="13" hasCustomPrompt="1"/>
          </p:nvPr>
        </p:nvSpPr>
        <p:spPr>
          <a:xfrm>
            <a:off x="7924800" y="876300"/>
            <a:ext cx="3429000" cy="5232400"/>
          </a:xfrm>
          <a:prstGeom prst="rect">
            <a:avLst/>
          </a:prstGeom>
        </p:spPr>
        <p:txBody>
          <a:bodyPr>
            <a:normAutofit/>
          </a:bodyPr>
          <a:lstStyle>
            <a:lvl1pPr marL="0" indent="0">
              <a:buNone/>
              <a:defRPr sz="3000">
                <a:solidFill>
                  <a:schemeClr val="bg1"/>
                </a:solidFill>
              </a:defRPr>
            </a:lvl1pPr>
          </a:lstStyle>
          <a:p>
            <a:pPr lvl="0"/>
            <a:r>
              <a:rPr lang="en-US" dirty="0"/>
              <a:t>A complex idea can be conveyed with just a single still image, namely making it possible to absorb large amounts of data quickly.</a:t>
            </a:r>
          </a:p>
        </p:txBody>
      </p:sp>
      <p:pic>
        <p:nvPicPr>
          <p:cNvPr id="6" name="Picture 5" descr="A close-up of several batteries&#10;&#10;Description automatically generated">
            <a:extLst>
              <a:ext uri="{FF2B5EF4-FFF2-40B4-BE49-F238E27FC236}">
                <a16:creationId xmlns:a16="http://schemas.microsoft.com/office/drawing/2014/main" id="{A9EE0E00-6CB8-B0B5-3359-6E2094EDCAA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876301"/>
            <a:ext cx="7467600" cy="5143500"/>
          </a:xfrm>
          <a:prstGeom prst="rect">
            <a:avLst/>
          </a:prstGeom>
        </p:spPr>
      </p:pic>
    </p:spTree>
    <p:extLst>
      <p:ext uri="{BB962C8B-B14F-4D97-AF65-F5344CB8AC3E}">
        <p14:creationId xmlns:p14="http://schemas.microsoft.com/office/powerpoint/2010/main" val="895842471"/>
      </p:ext>
    </p:extLst>
  </p:cSld>
  <p:clrMapOvr>
    <a:masterClrMapping/>
  </p:clrMapOvr>
  <p:extLst>
    <p:ext uri="{DCECCB84-F9BA-43D5-87BE-67443E8EF086}">
      <p15:sldGuideLst xmlns:p15="http://schemas.microsoft.com/office/powerpoint/2012/main">
        <p15:guide id="1" pos="4704">
          <p15:clr>
            <a:srgbClr val="FBAE40"/>
          </p15:clr>
        </p15:guide>
        <p15:guide id="2" pos="499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ig Concept 1">
    <p:spTree>
      <p:nvGrpSpPr>
        <p:cNvPr id="1" name=""/>
        <p:cNvGrpSpPr/>
        <p:nvPr/>
      </p:nvGrpSpPr>
      <p:grpSpPr>
        <a:xfrm>
          <a:off x="0" y="0"/>
          <a:ext cx="0" cy="0"/>
          <a:chOff x="0" y="0"/>
          <a:chExt cx="0" cy="0"/>
        </a:xfrm>
      </p:grpSpPr>
      <p:sp>
        <p:nvSpPr>
          <p:cNvPr id="6" name="テキスト プレースホルダー 5">
            <a:extLst>
              <a:ext uri="{FF2B5EF4-FFF2-40B4-BE49-F238E27FC236}">
                <a16:creationId xmlns:a16="http://schemas.microsoft.com/office/drawing/2014/main" id="{CA903DFA-9143-4E91-1682-3C15784F3E82}"/>
              </a:ext>
            </a:extLst>
          </p:cNvPr>
          <p:cNvSpPr>
            <a:spLocks noGrp="1"/>
          </p:cNvSpPr>
          <p:nvPr>
            <p:ph type="body" sz="quarter" idx="14" hasCustomPrompt="1"/>
          </p:nvPr>
        </p:nvSpPr>
        <p:spPr>
          <a:xfrm>
            <a:off x="838200" y="2742682"/>
            <a:ext cx="6477000" cy="2961002"/>
          </a:xfrm>
          <a:prstGeom prst="rect">
            <a:avLst/>
          </a:prstGeom>
        </p:spPr>
        <p:txBody>
          <a:bodyPr/>
          <a:lstStyle>
            <a:lvl1pPr marL="0" indent="0">
              <a:buNone/>
              <a:defRPr sz="3000">
                <a:solidFill>
                  <a:schemeClr val="tx1"/>
                </a:solidFill>
              </a:defRPr>
            </a:lvl1pPr>
          </a:lstStyle>
          <a:p>
            <a:pPr lvl="0"/>
            <a:r>
              <a:rPr kumimoji="1" lang="en-US" altLang="ja-JP" dirty="0"/>
              <a:t>Bring the attention of your audience over a key concept using icons or illustrations</a:t>
            </a:r>
          </a:p>
        </p:txBody>
      </p:sp>
      <p:sp>
        <p:nvSpPr>
          <p:cNvPr id="2" name="Picture Placeholder 7">
            <a:extLst>
              <a:ext uri="{FF2B5EF4-FFF2-40B4-BE49-F238E27FC236}">
                <a16:creationId xmlns:a16="http://schemas.microsoft.com/office/drawing/2014/main" id="{057822F7-B989-106F-1AFB-FF09EAA265F9}"/>
              </a:ext>
            </a:extLst>
          </p:cNvPr>
          <p:cNvSpPr>
            <a:spLocks noGrp="1"/>
          </p:cNvSpPr>
          <p:nvPr>
            <p:ph type="pic" sz="quarter" idx="13" hasCustomPrompt="1"/>
          </p:nvPr>
        </p:nvSpPr>
        <p:spPr>
          <a:xfrm>
            <a:off x="7203621" y="1085850"/>
            <a:ext cx="4438649" cy="4438650"/>
          </a:xfrm>
          <a:prstGeom prst="ellipse">
            <a:avLst/>
          </a:prstGeom>
        </p:spPr>
        <p:txBody>
          <a:bodyPr anchor="ctr"/>
          <a:lstStyle>
            <a:lvl1pPr marL="0" indent="0" algn="ctr">
              <a:buNone/>
              <a:defRPr sz="1600" b="1" i="1">
                <a:solidFill>
                  <a:srgbClr val="041E42"/>
                </a:solidFill>
              </a:defRPr>
            </a:lvl1pPr>
          </a:lstStyle>
          <a:p>
            <a:r>
              <a:rPr lang="en-US" dirty="0"/>
              <a:t>Click to add icon</a:t>
            </a:r>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7" name="Title 1">
            <a:extLst>
              <a:ext uri="{FF2B5EF4-FFF2-40B4-BE49-F238E27FC236}">
                <a16:creationId xmlns:a16="http://schemas.microsoft.com/office/drawing/2014/main" id="{5F324C3D-28F9-BFD0-A82C-4FEC8DB86FB2}"/>
              </a:ext>
            </a:extLst>
          </p:cNvPr>
          <p:cNvSpPr>
            <a:spLocks noGrp="1"/>
          </p:cNvSpPr>
          <p:nvPr>
            <p:ph type="title" hasCustomPrompt="1"/>
          </p:nvPr>
        </p:nvSpPr>
        <p:spPr>
          <a:xfrm>
            <a:off x="838200" y="1409700"/>
            <a:ext cx="6477000" cy="1215805"/>
          </a:xfrm>
          <a:prstGeom prst="rect">
            <a:avLst/>
          </a:prstGeom>
        </p:spPr>
        <p:txBody>
          <a:bodyPr>
            <a:normAutofit/>
          </a:bodyPr>
          <a:lstStyle>
            <a:lvl1pPr>
              <a:defRPr sz="8000" b="1" i="0">
                <a:latin typeface="Segoe UI" panose="020B0502040204020203" pitchFamily="34" charset="0"/>
                <a:cs typeface="Segoe UI" panose="020B0502040204020203" pitchFamily="34" charset="0"/>
              </a:defRPr>
            </a:lvl1pPr>
          </a:lstStyle>
          <a:p>
            <a:r>
              <a:rPr lang="en-US" dirty="0"/>
              <a:t>Big Concept</a:t>
            </a:r>
          </a:p>
        </p:txBody>
      </p:sp>
      <p:sp>
        <p:nvSpPr>
          <p:cNvPr id="3" name="TextBox 2">
            <a:extLst>
              <a:ext uri="{FF2B5EF4-FFF2-40B4-BE49-F238E27FC236}">
                <a16:creationId xmlns:a16="http://schemas.microsoft.com/office/drawing/2014/main" id="{92C701A2-4CB9-E179-6B8B-DEA2BFA775B3}"/>
              </a:ext>
            </a:extLst>
          </p:cNvPr>
          <p:cNvSpPr txBox="1"/>
          <p:nvPr userDrawn="1"/>
        </p:nvSpPr>
        <p:spPr>
          <a:xfrm>
            <a:off x="-420130" y="766119"/>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984837472"/>
      </p:ext>
    </p:extLst>
  </p:cSld>
  <p:clrMapOvr>
    <a:masterClrMapping/>
  </p:clrMapOvr>
  <p:extLst>
    <p:ext uri="{DCECCB84-F9BA-43D5-87BE-67443E8EF086}">
      <p15:sldGuideLst xmlns:p15="http://schemas.microsoft.com/office/powerpoint/2012/main">
        <p15:guide id="1" pos="4608">
          <p15:clr>
            <a:srgbClr val="FBAE40"/>
          </p15:clr>
        </p15:guide>
        <p15:guide id="2" orient="horz" pos="88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Big Concept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1AC384-B4A1-ECE0-AF23-CB12146C96A9}"/>
              </a:ext>
            </a:extLst>
          </p:cNvPr>
          <p:cNvSpPr/>
          <p:nvPr userDrawn="1"/>
        </p:nvSpPr>
        <p:spPr>
          <a:xfrm>
            <a:off x="0" y="628863"/>
            <a:ext cx="12192000" cy="574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7" name="Title 1">
            <a:extLst>
              <a:ext uri="{FF2B5EF4-FFF2-40B4-BE49-F238E27FC236}">
                <a16:creationId xmlns:a16="http://schemas.microsoft.com/office/drawing/2014/main" id="{5F324C3D-28F9-BFD0-A82C-4FEC8DB86FB2}"/>
              </a:ext>
            </a:extLst>
          </p:cNvPr>
          <p:cNvSpPr>
            <a:spLocks noGrp="1"/>
          </p:cNvSpPr>
          <p:nvPr>
            <p:ph type="title" hasCustomPrompt="1"/>
          </p:nvPr>
        </p:nvSpPr>
        <p:spPr>
          <a:xfrm>
            <a:off x="838200" y="1409700"/>
            <a:ext cx="6477000" cy="1215805"/>
          </a:xfrm>
          <a:prstGeom prst="rect">
            <a:avLst/>
          </a:prstGeom>
        </p:spPr>
        <p:txBody>
          <a:bodyPr>
            <a:normAutofit/>
          </a:bodyPr>
          <a:lstStyle>
            <a:lvl1pPr>
              <a:defRPr sz="8000" b="1" i="0">
                <a:latin typeface="Segoe UI" panose="020B0502040204020203" pitchFamily="34" charset="0"/>
                <a:cs typeface="Segoe UI" panose="020B0502040204020203" pitchFamily="34" charset="0"/>
              </a:defRPr>
            </a:lvl1pPr>
          </a:lstStyle>
          <a:p>
            <a:r>
              <a:rPr lang="en-US" dirty="0"/>
              <a:t>Big Concept</a:t>
            </a:r>
          </a:p>
        </p:txBody>
      </p:sp>
      <p:sp>
        <p:nvSpPr>
          <p:cNvPr id="5" name="Picture Placeholder 7">
            <a:extLst>
              <a:ext uri="{FF2B5EF4-FFF2-40B4-BE49-F238E27FC236}">
                <a16:creationId xmlns:a16="http://schemas.microsoft.com/office/drawing/2014/main" id="{E5A69B9B-C0EF-10EB-F772-442987A89FCE}"/>
              </a:ext>
            </a:extLst>
          </p:cNvPr>
          <p:cNvSpPr>
            <a:spLocks noGrp="1"/>
          </p:cNvSpPr>
          <p:nvPr>
            <p:ph type="pic" sz="quarter" idx="13" hasCustomPrompt="1"/>
          </p:nvPr>
        </p:nvSpPr>
        <p:spPr>
          <a:xfrm>
            <a:off x="7203621" y="1085850"/>
            <a:ext cx="4438649" cy="4438650"/>
          </a:xfrm>
          <a:prstGeom prst="ellipse">
            <a:avLst/>
          </a:prstGeom>
        </p:spPr>
        <p:txBody>
          <a:bodyPr anchor="ctr"/>
          <a:lstStyle>
            <a:lvl1pPr marL="0" indent="0" algn="ctr">
              <a:buNone/>
              <a:defRPr sz="1600" b="1" i="1">
                <a:solidFill>
                  <a:srgbClr val="041E42"/>
                </a:solidFill>
              </a:defRPr>
            </a:lvl1pPr>
          </a:lstStyle>
          <a:p>
            <a:r>
              <a:rPr lang="en-US" dirty="0"/>
              <a:t>Click to add icon</a:t>
            </a:r>
          </a:p>
        </p:txBody>
      </p:sp>
      <p:sp>
        <p:nvSpPr>
          <p:cNvPr id="6" name="テキスト プレースホルダー 5">
            <a:extLst>
              <a:ext uri="{FF2B5EF4-FFF2-40B4-BE49-F238E27FC236}">
                <a16:creationId xmlns:a16="http://schemas.microsoft.com/office/drawing/2014/main" id="{AE95233D-7962-647F-F3B9-E315504470D3}"/>
              </a:ext>
            </a:extLst>
          </p:cNvPr>
          <p:cNvSpPr>
            <a:spLocks noGrp="1"/>
          </p:cNvSpPr>
          <p:nvPr>
            <p:ph type="body" sz="quarter" idx="14" hasCustomPrompt="1"/>
          </p:nvPr>
        </p:nvSpPr>
        <p:spPr>
          <a:xfrm>
            <a:off x="838200" y="2742682"/>
            <a:ext cx="6477000" cy="2961002"/>
          </a:xfrm>
          <a:prstGeom prst="rect">
            <a:avLst/>
          </a:prstGeom>
        </p:spPr>
        <p:txBody>
          <a:bodyPr/>
          <a:lstStyle>
            <a:lvl1pPr marL="0" indent="0">
              <a:buNone/>
              <a:defRPr sz="3000">
                <a:solidFill>
                  <a:schemeClr val="tx1"/>
                </a:solidFill>
              </a:defRPr>
            </a:lvl1pPr>
          </a:lstStyle>
          <a:p>
            <a:pPr lvl="0"/>
            <a:r>
              <a:rPr kumimoji="1" lang="en-US" altLang="ja-JP" dirty="0"/>
              <a:t>Bring the attention of your audience over a key concept using icons or illustrations</a:t>
            </a:r>
          </a:p>
        </p:txBody>
      </p:sp>
    </p:spTree>
    <p:extLst>
      <p:ext uri="{BB962C8B-B14F-4D97-AF65-F5344CB8AC3E}">
        <p14:creationId xmlns:p14="http://schemas.microsoft.com/office/powerpoint/2010/main" val="3972164735"/>
      </p:ext>
    </p:extLst>
  </p:cSld>
  <p:clrMapOvr>
    <a:masterClrMapping/>
  </p:clrMapOvr>
  <p:extLst>
    <p:ext uri="{DCECCB84-F9BA-43D5-87BE-67443E8EF086}">
      <p15:sldGuideLst xmlns:p15="http://schemas.microsoft.com/office/powerpoint/2012/main">
        <p15:guide id="1" orient="horz" pos="888">
          <p15:clr>
            <a:srgbClr val="FBAE40"/>
          </p15:clr>
        </p15:guide>
        <p15:guide id="2" pos="460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Big Concep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1AC384-B4A1-ECE0-AF23-CB12146C96A9}"/>
              </a:ext>
            </a:extLst>
          </p:cNvPr>
          <p:cNvSpPr/>
          <p:nvPr userDrawn="1"/>
        </p:nvSpPr>
        <p:spPr>
          <a:xfrm>
            <a:off x="0" y="629249"/>
            <a:ext cx="12192000" cy="5742000"/>
          </a:xfrm>
          <a:prstGeom prst="rect">
            <a:avLst/>
          </a:prstGeom>
          <a:solidFill>
            <a:srgbClr val="041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A1A1B3AA-77DE-56CB-D8E7-48031262D58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7" name="Title 1">
            <a:extLst>
              <a:ext uri="{FF2B5EF4-FFF2-40B4-BE49-F238E27FC236}">
                <a16:creationId xmlns:a16="http://schemas.microsoft.com/office/drawing/2014/main" id="{5F324C3D-28F9-BFD0-A82C-4FEC8DB86FB2}"/>
              </a:ext>
            </a:extLst>
          </p:cNvPr>
          <p:cNvSpPr>
            <a:spLocks noGrp="1"/>
          </p:cNvSpPr>
          <p:nvPr>
            <p:ph type="title" hasCustomPrompt="1"/>
          </p:nvPr>
        </p:nvSpPr>
        <p:spPr>
          <a:xfrm>
            <a:off x="838200" y="1409700"/>
            <a:ext cx="6477000" cy="1215805"/>
          </a:xfrm>
          <a:prstGeom prst="rect">
            <a:avLst/>
          </a:prstGeom>
        </p:spPr>
        <p:txBody>
          <a:bodyPr>
            <a:normAutofit/>
          </a:bodyPr>
          <a:lstStyle>
            <a:lvl1pPr>
              <a:defRPr sz="8000" b="1" i="0">
                <a:solidFill>
                  <a:schemeClr val="bg1"/>
                </a:solidFill>
                <a:latin typeface="Segoe UI" panose="020B0502040204020203" pitchFamily="34" charset="0"/>
                <a:cs typeface="Segoe UI" panose="020B0502040204020203" pitchFamily="34" charset="0"/>
              </a:defRPr>
            </a:lvl1pPr>
          </a:lstStyle>
          <a:p>
            <a:r>
              <a:rPr lang="en-US" dirty="0"/>
              <a:t>Big Concept</a:t>
            </a:r>
          </a:p>
        </p:txBody>
      </p:sp>
      <p:sp>
        <p:nvSpPr>
          <p:cNvPr id="5" name="Picture Placeholder 7">
            <a:extLst>
              <a:ext uri="{FF2B5EF4-FFF2-40B4-BE49-F238E27FC236}">
                <a16:creationId xmlns:a16="http://schemas.microsoft.com/office/drawing/2014/main" id="{AC112457-9A22-D53C-E10B-A181BE24B55C}"/>
              </a:ext>
            </a:extLst>
          </p:cNvPr>
          <p:cNvSpPr>
            <a:spLocks noGrp="1"/>
          </p:cNvSpPr>
          <p:nvPr>
            <p:ph type="pic" sz="quarter" idx="13" hasCustomPrompt="1"/>
          </p:nvPr>
        </p:nvSpPr>
        <p:spPr>
          <a:xfrm>
            <a:off x="7203621" y="1085850"/>
            <a:ext cx="4438649" cy="4438650"/>
          </a:xfrm>
          <a:prstGeom prst="ellipse">
            <a:avLst/>
          </a:prstGeom>
        </p:spPr>
        <p:txBody>
          <a:bodyPr anchor="ctr"/>
          <a:lstStyle>
            <a:lvl1pPr marL="0" indent="0" algn="ctr">
              <a:buNone/>
              <a:defRPr sz="1600" b="1" i="1">
                <a:solidFill>
                  <a:schemeClr val="bg1"/>
                </a:solidFill>
              </a:defRPr>
            </a:lvl1pPr>
          </a:lstStyle>
          <a:p>
            <a:r>
              <a:rPr lang="en-US" dirty="0"/>
              <a:t>Click to add icon</a:t>
            </a:r>
          </a:p>
        </p:txBody>
      </p:sp>
      <p:sp>
        <p:nvSpPr>
          <p:cNvPr id="8" name="テキスト プレースホルダー 5">
            <a:extLst>
              <a:ext uri="{FF2B5EF4-FFF2-40B4-BE49-F238E27FC236}">
                <a16:creationId xmlns:a16="http://schemas.microsoft.com/office/drawing/2014/main" id="{F09323E5-074A-6EAC-27B8-C805F5375F31}"/>
              </a:ext>
            </a:extLst>
          </p:cNvPr>
          <p:cNvSpPr>
            <a:spLocks noGrp="1"/>
          </p:cNvSpPr>
          <p:nvPr>
            <p:ph type="body" sz="quarter" idx="14" hasCustomPrompt="1"/>
          </p:nvPr>
        </p:nvSpPr>
        <p:spPr>
          <a:xfrm>
            <a:off x="838200" y="2742682"/>
            <a:ext cx="6477000" cy="2961002"/>
          </a:xfrm>
          <a:prstGeom prst="rect">
            <a:avLst/>
          </a:prstGeom>
        </p:spPr>
        <p:txBody>
          <a:bodyPr/>
          <a:lstStyle>
            <a:lvl1pPr marL="0" indent="0">
              <a:buNone/>
              <a:defRPr sz="3000">
                <a:solidFill>
                  <a:schemeClr val="bg1"/>
                </a:solidFill>
              </a:defRPr>
            </a:lvl1pPr>
          </a:lstStyle>
          <a:p>
            <a:pPr lvl="0"/>
            <a:r>
              <a:rPr kumimoji="1" lang="en-US" altLang="ja-JP" dirty="0"/>
              <a:t>Bring the attention of your audience over a key concept using icons or illustrations</a:t>
            </a:r>
          </a:p>
        </p:txBody>
      </p:sp>
    </p:spTree>
    <p:extLst>
      <p:ext uri="{BB962C8B-B14F-4D97-AF65-F5344CB8AC3E}">
        <p14:creationId xmlns:p14="http://schemas.microsoft.com/office/powerpoint/2010/main" val="1789205947"/>
      </p:ext>
    </p:extLst>
  </p:cSld>
  <p:clrMapOvr>
    <a:masterClrMapping/>
  </p:clrMapOvr>
  <p:extLst>
    <p:ext uri="{DCECCB84-F9BA-43D5-87BE-67443E8EF086}">
      <p15:sldGuideLst xmlns:p15="http://schemas.microsoft.com/office/powerpoint/2012/main">
        <p15:guide id="1" pos="4608">
          <p15:clr>
            <a:srgbClr val="FBAE40"/>
          </p15:clr>
        </p15:guide>
        <p15:guide id="2" orient="horz" pos="88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pyright Confidentiality Notice">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4243A1A-CD86-420B-B324-B70C819183E8}"/>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Box 3">
            <a:extLst>
              <a:ext uri="{FF2B5EF4-FFF2-40B4-BE49-F238E27FC236}">
                <a16:creationId xmlns:a16="http://schemas.microsoft.com/office/drawing/2014/main" id="{AA61C3DE-564C-A1D3-8569-B7ED73E8961B}"/>
              </a:ext>
            </a:extLst>
          </p:cNvPr>
          <p:cNvSpPr txBox="1"/>
          <p:nvPr userDrawn="1"/>
        </p:nvSpPr>
        <p:spPr>
          <a:xfrm>
            <a:off x="838200" y="1458751"/>
            <a:ext cx="10500360" cy="553998"/>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3000" b="1" dirty="0">
                <a:solidFill>
                  <a:schemeClr val="tx1"/>
                </a:solidFill>
                <a:latin typeface="+mj-lt"/>
                <a:ea typeface="ＭＳ Ｐゴシック" panose="020B0600070205080204" pitchFamily="34" charset="-128"/>
              </a:rPr>
              <a:t>Copyright</a:t>
            </a:r>
            <a:r>
              <a:rPr lang="en-US" sz="3000" b="1" baseline="0" dirty="0">
                <a:solidFill>
                  <a:schemeClr val="tx1"/>
                </a:solidFill>
                <a:latin typeface="+mj-lt"/>
                <a:ea typeface="ＭＳ Ｐゴシック" panose="020B0600070205080204" pitchFamily="34" charset="-128"/>
              </a:rPr>
              <a:t> Confidentiality Notice</a:t>
            </a:r>
            <a:endParaRPr lang="en-US" sz="3000" b="1" dirty="0">
              <a:solidFill>
                <a:schemeClr val="tx1"/>
              </a:solidFill>
              <a:latin typeface="+mj-lt"/>
            </a:endParaRPr>
          </a:p>
        </p:txBody>
      </p:sp>
      <p:sp>
        <p:nvSpPr>
          <p:cNvPr id="6" name="TextBox 11">
            <a:extLst>
              <a:ext uri="{FF2B5EF4-FFF2-40B4-BE49-F238E27FC236}">
                <a16:creationId xmlns:a16="http://schemas.microsoft.com/office/drawing/2014/main" id="{7D55550E-576C-69D3-FF42-377C07576BF9}"/>
              </a:ext>
            </a:extLst>
          </p:cNvPr>
          <p:cNvSpPr txBox="1"/>
          <p:nvPr userDrawn="1"/>
        </p:nvSpPr>
        <p:spPr>
          <a:xfrm>
            <a:off x="838200" y="2138816"/>
            <a:ext cx="10500360" cy="1015663"/>
          </a:xfrm>
          <a:prstGeom prst="rect">
            <a:avLst/>
          </a:prstGeom>
          <a:noFill/>
        </p:spPr>
        <p:txBody>
          <a:bodyPr wrap="square" rtlCol="0">
            <a:spAutoFit/>
          </a:bodyPr>
          <a:lstStyle/>
          <a:p>
            <a:pPr>
              <a:lnSpc>
                <a:spcPct val="100000"/>
              </a:lnSpc>
            </a:pPr>
            <a:r>
              <a:rPr lang="en-US" sz="1200" dirty="0">
                <a:effectLst/>
                <a:latin typeface="+mn-lt"/>
              </a:rPr>
              <a:t>This presentation is the property of Rigaku Holdings</a:t>
            </a:r>
            <a:r>
              <a:rPr lang="ja-JP" altLang="en-US" sz="1200" dirty="0">
                <a:effectLst/>
                <a:latin typeface="+mn-lt"/>
              </a:rPr>
              <a:t> </a:t>
            </a:r>
            <a:r>
              <a:rPr lang="en-US" altLang="ja-JP" sz="1200" dirty="0">
                <a:effectLst/>
                <a:latin typeface="+mn-lt"/>
              </a:rPr>
              <a:t>Corporation</a:t>
            </a:r>
            <a:r>
              <a:rPr lang="en-US" sz="1200" dirty="0">
                <a:effectLst/>
                <a:latin typeface="+mn-lt"/>
              </a:rPr>
              <a:t> and its </a:t>
            </a:r>
            <a:r>
              <a:rPr lang="en-US" altLang="ja-JP" sz="1200" dirty="0">
                <a:effectLst/>
                <a:latin typeface="+mn-lt"/>
              </a:rPr>
              <a:t>Global S</a:t>
            </a:r>
            <a:r>
              <a:rPr lang="en-US" sz="1200" dirty="0">
                <a:effectLst/>
                <a:latin typeface="+mn-lt"/>
              </a:rPr>
              <a:t>ubsidiaries (the "Company") and is strictly confidential. It contains information Intended only for the person(s) to whom it is transmitted. With the receipt of this information, recipient(s) acknowledges and agrees that: (1) this document is not intended to be distributed, and if distributed inadvertently, will be returned to the Company as soon as possible; (2) the recipient will not copy, fax, reproduce, divulge, or distribute this confidential information, in whole or in part, without the express written consent of the Company; (3) all of the information herein will be treated as confidential material with no less care than that afforded to its confidential material.</a:t>
            </a:r>
          </a:p>
        </p:txBody>
      </p:sp>
    </p:spTree>
    <p:extLst>
      <p:ext uri="{BB962C8B-B14F-4D97-AF65-F5344CB8AC3E}">
        <p14:creationId xmlns:p14="http://schemas.microsoft.com/office/powerpoint/2010/main" val="1711452067"/>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pyright Notice">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0B6FC2F1-8844-453C-1A03-1AB8C124A78E}"/>
              </a:ext>
            </a:extLst>
          </p:cNvPr>
          <p:cNvSpPr>
            <a:spLocks noGrp="1"/>
          </p:cNvSpPr>
          <p:nvPr>
            <p:ph type="sldNum" sz="quarter" idx="11"/>
          </p:nvPr>
        </p:nvSpPr>
        <p:spPr/>
        <p:txBody>
          <a:bodyPr/>
          <a:lstStyle/>
          <a:p>
            <a:fld id="{D44D3F4E-7F9B-4AD4-ADA0-3F21E9F7E4F4}" type="slidenum">
              <a:rPr lang="en-US" smtClean="0"/>
              <a:pPr/>
              <a:t>‹#›</a:t>
            </a:fld>
            <a:endParaRPr lang="en-US" dirty="0"/>
          </a:p>
        </p:txBody>
      </p:sp>
      <p:sp>
        <p:nvSpPr>
          <p:cNvPr id="5" name="TextBox 3">
            <a:extLst>
              <a:ext uri="{FF2B5EF4-FFF2-40B4-BE49-F238E27FC236}">
                <a16:creationId xmlns:a16="http://schemas.microsoft.com/office/drawing/2014/main" id="{E1DF7CA4-762A-C4F9-10EE-0804BFD72E12}"/>
              </a:ext>
            </a:extLst>
          </p:cNvPr>
          <p:cNvSpPr txBox="1"/>
          <p:nvPr userDrawn="1"/>
        </p:nvSpPr>
        <p:spPr>
          <a:xfrm>
            <a:off x="838200" y="1457960"/>
            <a:ext cx="10500360" cy="553998"/>
          </a:xfrm>
          <a:prstGeom prst="rect">
            <a:avLst/>
          </a:prstGeom>
          <a:noFill/>
        </p:spPr>
        <p:txBody>
          <a:bodyPr wrap="square" rtlCol="0">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3000" b="1" dirty="0">
                <a:solidFill>
                  <a:schemeClr val="tx1"/>
                </a:solidFill>
                <a:latin typeface="+mj-lt"/>
                <a:ea typeface="ＭＳ Ｐゴシック" panose="020B0600070205080204" pitchFamily="34" charset="-128"/>
              </a:rPr>
              <a:t>Copyright</a:t>
            </a:r>
            <a:r>
              <a:rPr lang="en-US" sz="3000" b="1" baseline="0" dirty="0">
                <a:solidFill>
                  <a:schemeClr val="tx1"/>
                </a:solidFill>
                <a:latin typeface="+mj-lt"/>
                <a:ea typeface="ＭＳ Ｐゴシック" panose="020B0600070205080204" pitchFamily="34" charset="-128"/>
              </a:rPr>
              <a:t> Notice</a:t>
            </a:r>
            <a:endParaRPr lang="en-US" sz="3000" b="1" dirty="0">
              <a:solidFill>
                <a:schemeClr val="tx1"/>
              </a:solidFill>
              <a:latin typeface="+mj-lt"/>
            </a:endParaRPr>
          </a:p>
        </p:txBody>
      </p:sp>
      <p:sp>
        <p:nvSpPr>
          <p:cNvPr id="6" name="TextBox 11">
            <a:extLst>
              <a:ext uri="{FF2B5EF4-FFF2-40B4-BE49-F238E27FC236}">
                <a16:creationId xmlns:a16="http://schemas.microsoft.com/office/drawing/2014/main" id="{849E3505-45F5-C7BE-B4BD-B6075DB7C415}"/>
              </a:ext>
            </a:extLst>
          </p:cNvPr>
          <p:cNvSpPr txBox="1"/>
          <p:nvPr userDrawn="1"/>
        </p:nvSpPr>
        <p:spPr>
          <a:xfrm>
            <a:off x="838200" y="2202180"/>
            <a:ext cx="10500360" cy="3046988"/>
          </a:xfrm>
          <a:prstGeom prst="rect">
            <a:avLst/>
          </a:prstGeom>
          <a:noFill/>
        </p:spPr>
        <p:txBody>
          <a:bodyPr wrap="square" rtlCol="0">
            <a:spAutoFit/>
          </a:bodyPr>
          <a:lstStyle/>
          <a:p>
            <a:pPr marL="0" indent="0" algn="l">
              <a:buNone/>
            </a:pPr>
            <a:r>
              <a:rPr lang="en-US" altLang="ja-JP" sz="1200" dirty="0">
                <a:solidFill>
                  <a:schemeClr val="tx1"/>
                </a:solidFill>
                <a:ea typeface="ＭＳ Ｐゴシック" panose="020B0600070205080204" pitchFamily="34" charset="-128"/>
              </a:rPr>
              <a:t>© 2026 </a:t>
            </a:r>
            <a:r>
              <a:rPr lang="en-US" sz="1200" dirty="0">
                <a:solidFill>
                  <a:schemeClr val="tx1"/>
                </a:solidFill>
                <a:effectLst/>
                <a:latin typeface="+mn-lt"/>
              </a:rPr>
              <a:t>Rigaku Holdings</a:t>
            </a:r>
            <a:r>
              <a:rPr lang="ja-JP" altLang="en-US" sz="1200" dirty="0">
                <a:effectLst/>
                <a:latin typeface="+mn-lt"/>
              </a:rPr>
              <a:t> </a:t>
            </a:r>
            <a:r>
              <a:rPr lang="en-US" altLang="ja-JP" sz="1200" dirty="0">
                <a:effectLst/>
                <a:latin typeface="+mn-lt"/>
              </a:rPr>
              <a:t>Corporation</a:t>
            </a:r>
            <a:r>
              <a:rPr lang="en-US" sz="1200" dirty="0">
                <a:solidFill>
                  <a:schemeClr val="tx1"/>
                </a:solidFill>
                <a:effectLst/>
                <a:latin typeface="+mn-lt"/>
              </a:rPr>
              <a:t> and its </a:t>
            </a:r>
            <a:r>
              <a:rPr lang="en-US" altLang="ja-JP" sz="1200" dirty="0">
                <a:effectLst/>
                <a:latin typeface="+mn-lt"/>
              </a:rPr>
              <a:t>Global S</a:t>
            </a:r>
            <a:r>
              <a:rPr lang="en-US" sz="1200" dirty="0">
                <a:solidFill>
                  <a:schemeClr val="tx1"/>
                </a:solidFill>
                <a:effectLst/>
                <a:latin typeface="+mn-lt"/>
              </a:rPr>
              <a:t>ubsidiaries</a:t>
            </a:r>
            <a:r>
              <a:rPr lang="en-US" altLang="ja-JP" sz="1200" dirty="0">
                <a:solidFill>
                  <a:schemeClr val="tx1"/>
                </a:solidFill>
                <a:ea typeface="ＭＳ Ｐゴシック" panose="020B0600070205080204" pitchFamily="34" charset="-128"/>
              </a:rPr>
              <a:t>. All Rights Reserved.</a:t>
            </a:r>
          </a:p>
          <a:p>
            <a:pPr marL="0" indent="0" algn="l">
              <a:buNone/>
            </a:pPr>
            <a:endParaRPr lang="en-US" altLang="ja-JP" sz="1200" dirty="0">
              <a:solidFill>
                <a:schemeClr val="tx1"/>
              </a:solidFill>
              <a:ea typeface="ＭＳ Ｐゴシック" panose="020B0600070205080204" pitchFamily="34" charset="-128"/>
            </a:endParaRPr>
          </a:p>
          <a:p>
            <a:pPr marL="0" indent="0" algn="l">
              <a:buNone/>
            </a:pPr>
            <a:r>
              <a:rPr lang="en-US" altLang="ja-JP" sz="1200" dirty="0">
                <a:solidFill>
                  <a:schemeClr val="tx1"/>
                </a:solidFill>
                <a:ea typeface="ＭＳ Ｐゴシック" panose="020B0600070205080204" pitchFamily="34" charset="-128"/>
              </a:rPr>
              <a:t>The textual, photographic, video, audio, and combined audiovisual materials and documents resulting from the promotional or educational activities of </a:t>
            </a:r>
            <a:r>
              <a:rPr lang="en-US" sz="1200" dirty="0">
                <a:solidFill>
                  <a:schemeClr val="tx1"/>
                </a:solidFill>
                <a:effectLst/>
                <a:latin typeface="+mn-lt"/>
              </a:rPr>
              <a:t>Rigaku Holdings</a:t>
            </a:r>
            <a:r>
              <a:rPr lang="ja-JP" altLang="en-US" sz="1200" dirty="0">
                <a:effectLst/>
                <a:latin typeface="+mn-lt"/>
              </a:rPr>
              <a:t> </a:t>
            </a:r>
            <a:r>
              <a:rPr lang="en-US" altLang="ja-JP" sz="1200" dirty="0">
                <a:effectLst/>
                <a:latin typeface="+mn-lt"/>
              </a:rPr>
              <a:t>Corporation</a:t>
            </a:r>
            <a:r>
              <a:rPr lang="en-US" sz="1200" dirty="0">
                <a:solidFill>
                  <a:schemeClr val="tx1"/>
                </a:solidFill>
                <a:effectLst/>
                <a:latin typeface="+mn-lt"/>
              </a:rPr>
              <a:t> and its </a:t>
            </a:r>
            <a:r>
              <a:rPr lang="en-US" altLang="ja-JP" sz="1200" dirty="0">
                <a:effectLst/>
                <a:latin typeface="+mn-lt"/>
              </a:rPr>
              <a:t>Global S</a:t>
            </a:r>
            <a:r>
              <a:rPr lang="en-US" sz="1200" dirty="0">
                <a:solidFill>
                  <a:schemeClr val="tx1"/>
                </a:solidFill>
                <a:effectLst/>
                <a:latin typeface="+mn-lt"/>
              </a:rPr>
              <a:t>ubsidiaries</a:t>
            </a:r>
            <a:r>
              <a:rPr lang="en-US" altLang="ja-JP" sz="1200" dirty="0">
                <a:solidFill>
                  <a:schemeClr val="tx1"/>
                </a:solidFill>
                <a:ea typeface="ＭＳ Ｐゴシック" panose="020B0600070205080204" pitchFamily="34" charset="-128"/>
              </a:rPr>
              <a:t>, including the material contained on the various Corporate Web sites, are protected under U.S., Japanese and international laws as copyrighted works. Anyone who displays, reproduces, copies, creates derivative works, or sells our textual, photographic, multimedia, PowerPoint, video or audiovisual programs for commercial or non-commercial purposes without our permission violates the copyright laws and is liable for copyright infringement.</a:t>
            </a:r>
          </a:p>
          <a:p>
            <a:pPr marL="0" indent="0" algn="l">
              <a:buNone/>
            </a:pPr>
            <a:endParaRPr lang="en-US" altLang="ja-JP" sz="1200" dirty="0">
              <a:solidFill>
                <a:schemeClr val="tx1"/>
              </a:solidFill>
              <a:ea typeface="ＭＳ Ｐゴシック" panose="020B0600070205080204" pitchFamily="34" charset="-128"/>
            </a:endParaRPr>
          </a:p>
          <a:p>
            <a:pPr marL="0" indent="0" algn="l">
              <a:buNone/>
            </a:pPr>
            <a:r>
              <a:rPr lang="en-US" altLang="ja-JP" sz="1200" dirty="0">
                <a:solidFill>
                  <a:schemeClr val="tx1"/>
                </a:solidFill>
                <a:ea typeface="ＭＳ Ｐゴシック" panose="020B0600070205080204" pitchFamily="34" charset="-128"/>
              </a:rPr>
              <a:t>Likewise, </a:t>
            </a:r>
            <a:r>
              <a:rPr lang="en-US" sz="1200" dirty="0">
                <a:solidFill>
                  <a:schemeClr val="tx1"/>
                </a:solidFill>
                <a:effectLst/>
                <a:latin typeface="+mn-lt"/>
              </a:rPr>
              <a:t>Rigaku Holdings</a:t>
            </a:r>
            <a:r>
              <a:rPr lang="ja-JP" altLang="en-US" sz="1200" dirty="0">
                <a:effectLst/>
                <a:latin typeface="+mn-lt"/>
              </a:rPr>
              <a:t> </a:t>
            </a:r>
            <a:r>
              <a:rPr lang="en-US" altLang="ja-JP" sz="1200" dirty="0">
                <a:effectLst/>
                <a:latin typeface="+mn-lt"/>
              </a:rPr>
              <a:t>Corporation</a:t>
            </a:r>
            <a:r>
              <a:rPr lang="en-US" sz="1200" dirty="0">
                <a:solidFill>
                  <a:schemeClr val="tx1"/>
                </a:solidFill>
                <a:effectLst/>
                <a:latin typeface="+mn-lt"/>
              </a:rPr>
              <a:t> and its </a:t>
            </a:r>
            <a:r>
              <a:rPr lang="en-US" altLang="ja-JP" sz="1200" dirty="0">
                <a:effectLst/>
                <a:latin typeface="+mn-lt"/>
              </a:rPr>
              <a:t>Global S</a:t>
            </a:r>
            <a:r>
              <a:rPr lang="en-US" sz="1200" dirty="0">
                <a:solidFill>
                  <a:schemeClr val="tx1"/>
                </a:solidFill>
                <a:effectLst/>
                <a:latin typeface="+mn-lt"/>
              </a:rPr>
              <a:t>ubsidiaries </a:t>
            </a:r>
            <a:r>
              <a:rPr lang="en-US" altLang="ja-JP" sz="1200" dirty="0">
                <a:solidFill>
                  <a:schemeClr val="tx1"/>
                </a:solidFill>
                <a:ea typeface="ＭＳ Ｐゴシック" panose="020B0600070205080204" pitchFamily="34" charset="-128"/>
              </a:rPr>
              <a:t>trademarks and service marks are protected by state, federal, and international trademark laws. Any person who uses our marks for commercial or non-commercial purposes without our permission on goods or services in such a way that it dilutes the distinctive quality of our marks or that creates the likelihood of confusion with our marks is liable for trademark infringement.</a:t>
            </a:r>
          </a:p>
          <a:p>
            <a:pPr marL="0" indent="0" algn="l">
              <a:buNone/>
            </a:pPr>
            <a:endParaRPr lang="en-US" altLang="ja-JP" sz="1200" dirty="0">
              <a:solidFill>
                <a:schemeClr val="tx1"/>
              </a:solidFill>
              <a:ea typeface="ＭＳ Ｐゴシック" panose="020B0600070205080204" pitchFamily="34" charset="-128"/>
            </a:endParaRPr>
          </a:p>
          <a:p>
            <a:pPr marL="0" indent="0" algn="l">
              <a:buNone/>
            </a:pPr>
            <a:r>
              <a:rPr lang="en-US" altLang="ja-JP" sz="1200" dirty="0">
                <a:solidFill>
                  <a:schemeClr val="tx1"/>
                </a:solidFill>
                <a:ea typeface="ＭＳ Ｐゴシック" panose="020B0600070205080204" pitchFamily="34" charset="-128"/>
              </a:rPr>
              <a:t>Liability for copyright or trademark infringement involves the potential for significant civil damages, including, in particular cases, statutory damages, liability for up to three times actual damages, and attorney’s fees.</a:t>
            </a:r>
          </a:p>
          <a:p>
            <a:pPr marL="0" indent="0" algn="l">
              <a:buNone/>
            </a:pPr>
            <a:endParaRPr lang="en-US" altLang="ja-JP" sz="1200" dirty="0">
              <a:solidFill>
                <a:schemeClr val="tx1"/>
              </a:solidFill>
              <a:ea typeface="ＭＳ Ｐゴシック" panose="020B0600070205080204" pitchFamily="34" charset="-128"/>
            </a:endParaRPr>
          </a:p>
          <a:p>
            <a:pPr marL="0" indent="0" algn="l">
              <a:buNone/>
            </a:pPr>
            <a:r>
              <a:rPr lang="en-US" altLang="ja-JP" sz="1200" dirty="0">
                <a:solidFill>
                  <a:schemeClr val="tx1"/>
                </a:solidFill>
                <a:ea typeface="ＭＳ Ｐゴシック" panose="020B0600070205080204" pitchFamily="34" charset="-128"/>
              </a:rPr>
              <a:t>If you have any questions regarding this notice, please send an e-mail to info@rigaku.com.</a:t>
            </a:r>
            <a:endParaRPr lang="en-US" altLang="en-US" sz="1200" dirty="0">
              <a:solidFill>
                <a:schemeClr val="tx1"/>
              </a:solidFill>
            </a:endParaRPr>
          </a:p>
        </p:txBody>
      </p:sp>
    </p:spTree>
    <p:extLst>
      <p:ext uri="{BB962C8B-B14F-4D97-AF65-F5344CB8AC3E}">
        <p14:creationId xmlns:p14="http://schemas.microsoft.com/office/powerpoint/2010/main" val="340015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84" Type="http://schemas.openxmlformats.org/officeDocument/2006/relationships/slideLayout" Target="../slideLayouts/slideLayout95.xml"/><Relationship Id="rId89" Type="http://schemas.openxmlformats.org/officeDocument/2006/relationships/slideLayout" Target="../slideLayouts/slideLayout100.xml"/><Relationship Id="rId112" Type="http://schemas.openxmlformats.org/officeDocument/2006/relationships/slideLayout" Target="../slideLayouts/slideLayout123.xml"/><Relationship Id="rId16" Type="http://schemas.openxmlformats.org/officeDocument/2006/relationships/slideLayout" Target="../slideLayouts/slideLayout27.xml"/><Relationship Id="rId107" Type="http://schemas.openxmlformats.org/officeDocument/2006/relationships/slideLayout" Target="../slideLayouts/slideLayout118.xml"/><Relationship Id="rId11" Type="http://schemas.openxmlformats.org/officeDocument/2006/relationships/slideLayout" Target="../slideLayouts/slideLayout22.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74" Type="http://schemas.openxmlformats.org/officeDocument/2006/relationships/slideLayout" Target="../slideLayouts/slideLayout85.xml"/><Relationship Id="rId79" Type="http://schemas.openxmlformats.org/officeDocument/2006/relationships/slideLayout" Target="../slideLayouts/slideLayout90.xml"/><Relationship Id="rId102" Type="http://schemas.openxmlformats.org/officeDocument/2006/relationships/slideLayout" Target="../slideLayouts/slideLayout113.xml"/><Relationship Id="rId5" Type="http://schemas.openxmlformats.org/officeDocument/2006/relationships/slideLayout" Target="../slideLayouts/slideLayout16.xml"/><Relationship Id="rId90" Type="http://schemas.openxmlformats.org/officeDocument/2006/relationships/slideLayout" Target="../slideLayouts/slideLayout101.xml"/><Relationship Id="rId95" Type="http://schemas.openxmlformats.org/officeDocument/2006/relationships/slideLayout" Target="../slideLayouts/slideLayout106.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113" Type="http://schemas.openxmlformats.org/officeDocument/2006/relationships/slideLayout" Target="../slideLayouts/slideLayout124.xml"/><Relationship Id="rId80" Type="http://schemas.openxmlformats.org/officeDocument/2006/relationships/slideLayout" Target="../slideLayouts/slideLayout91.xml"/><Relationship Id="rId85" Type="http://schemas.openxmlformats.org/officeDocument/2006/relationships/slideLayout" Target="../slideLayouts/slideLayout96.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59" Type="http://schemas.openxmlformats.org/officeDocument/2006/relationships/slideLayout" Target="../slideLayouts/slideLayout70.xml"/><Relationship Id="rId103" Type="http://schemas.openxmlformats.org/officeDocument/2006/relationships/slideLayout" Target="../slideLayouts/slideLayout114.xml"/><Relationship Id="rId108" Type="http://schemas.openxmlformats.org/officeDocument/2006/relationships/slideLayout" Target="../slideLayouts/slideLayout119.xml"/><Relationship Id="rId54" Type="http://schemas.openxmlformats.org/officeDocument/2006/relationships/slideLayout" Target="../slideLayouts/slideLayout65.xml"/><Relationship Id="rId70" Type="http://schemas.openxmlformats.org/officeDocument/2006/relationships/slideLayout" Target="../slideLayouts/slideLayout81.xml"/><Relationship Id="rId75" Type="http://schemas.openxmlformats.org/officeDocument/2006/relationships/slideLayout" Target="../slideLayouts/slideLayout86.xml"/><Relationship Id="rId91" Type="http://schemas.openxmlformats.org/officeDocument/2006/relationships/slideLayout" Target="../slideLayouts/slideLayout102.xml"/><Relationship Id="rId96" Type="http://schemas.openxmlformats.org/officeDocument/2006/relationships/slideLayout" Target="../slideLayouts/slideLayout10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6" Type="http://schemas.openxmlformats.org/officeDocument/2006/relationships/slideLayout" Target="../slideLayouts/slideLayout117.xml"/><Relationship Id="rId114" Type="http://schemas.openxmlformats.org/officeDocument/2006/relationships/theme" Target="../theme/theme2.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73" Type="http://schemas.openxmlformats.org/officeDocument/2006/relationships/slideLayout" Target="../slideLayouts/slideLayout84.xml"/><Relationship Id="rId78" Type="http://schemas.openxmlformats.org/officeDocument/2006/relationships/slideLayout" Target="../slideLayouts/slideLayout89.xml"/><Relationship Id="rId81" Type="http://schemas.openxmlformats.org/officeDocument/2006/relationships/slideLayout" Target="../slideLayouts/slideLayout92.xml"/><Relationship Id="rId86" Type="http://schemas.openxmlformats.org/officeDocument/2006/relationships/slideLayout" Target="../slideLayouts/slideLayout97.xml"/><Relationship Id="rId94" Type="http://schemas.openxmlformats.org/officeDocument/2006/relationships/slideLayout" Target="../slideLayouts/slideLayout105.xml"/><Relationship Id="rId99" Type="http://schemas.openxmlformats.org/officeDocument/2006/relationships/slideLayout" Target="../slideLayouts/slideLayout110.xml"/><Relationship Id="rId101" Type="http://schemas.openxmlformats.org/officeDocument/2006/relationships/slideLayout" Target="../slideLayouts/slideLayout11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109" Type="http://schemas.openxmlformats.org/officeDocument/2006/relationships/slideLayout" Target="../slideLayouts/slideLayout120.xml"/><Relationship Id="rId34" Type="http://schemas.openxmlformats.org/officeDocument/2006/relationships/slideLayout" Target="../slideLayouts/slideLayout45.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6" Type="http://schemas.openxmlformats.org/officeDocument/2006/relationships/slideLayout" Target="../slideLayouts/slideLayout87.xml"/><Relationship Id="rId97" Type="http://schemas.openxmlformats.org/officeDocument/2006/relationships/slideLayout" Target="../slideLayouts/slideLayout108.xml"/><Relationship Id="rId104" Type="http://schemas.openxmlformats.org/officeDocument/2006/relationships/slideLayout" Target="../slideLayouts/slideLayout115.xml"/><Relationship Id="rId7" Type="http://schemas.openxmlformats.org/officeDocument/2006/relationships/slideLayout" Target="../slideLayouts/slideLayout18.xml"/><Relationship Id="rId71" Type="http://schemas.openxmlformats.org/officeDocument/2006/relationships/slideLayout" Target="../slideLayouts/slideLayout82.xml"/><Relationship Id="rId92" Type="http://schemas.openxmlformats.org/officeDocument/2006/relationships/slideLayout" Target="../slideLayouts/slideLayout103.xml"/><Relationship Id="rId2" Type="http://schemas.openxmlformats.org/officeDocument/2006/relationships/slideLayout" Target="../slideLayouts/slideLayout13.xml"/><Relationship Id="rId29" Type="http://schemas.openxmlformats.org/officeDocument/2006/relationships/slideLayout" Target="../slideLayouts/slideLayout40.xml"/><Relationship Id="rId24" Type="http://schemas.openxmlformats.org/officeDocument/2006/relationships/slideLayout" Target="../slideLayouts/slideLayout35.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66" Type="http://schemas.openxmlformats.org/officeDocument/2006/relationships/slideLayout" Target="../slideLayouts/slideLayout77.xml"/><Relationship Id="rId87" Type="http://schemas.openxmlformats.org/officeDocument/2006/relationships/slideLayout" Target="../slideLayouts/slideLayout98.xml"/><Relationship Id="rId110" Type="http://schemas.openxmlformats.org/officeDocument/2006/relationships/slideLayout" Target="../slideLayouts/slideLayout121.xml"/><Relationship Id="rId115" Type="http://schemas.openxmlformats.org/officeDocument/2006/relationships/image" Target="../media/image1.emf"/><Relationship Id="rId61" Type="http://schemas.openxmlformats.org/officeDocument/2006/relationships/slideLayout" Target="../slideLayouts/slideLayout72.xml"/><Relationship Id="rId82" Type="http://schemas.openxmlformats.org/officeDocument/2006/relationships/slideLayout" Target="../slideLayouts/slideLayout93.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56" Type="http://schemas.openxmlformats.org/officeDocument/2006/relationships/slideLayout" Target="../slideLayouts/slideLayout67.xml"/><Relationship Id="rId77" Type="http://schemas.openxmlformats.org/officeDocument/2006/relationships/slideLayout" Target="../slideLayouts/slideLayout88.xml"/><Relationship Id="rId100" Type="http://schemas.openxmlformats.org/officeDocument/2006/relationships/slideLayout" Target="../slideLayouts/slideLayout111.xml"/><Relationship Id="rId105" Type="http://schemas.openxmlformats.org/officeDocument/2006/relationships/slideLayout" Target="../slideLayouts/slideLayout116.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93" Type="http://schemas.openxmlformats.org/officeDocument/2006/relationships/slideLayout" Target="../slideLayouts/slideLayout104.xml"/><Relationship Id="rId98" Type="http://schemas.openxmlformats.org/officeDocument/2006/relationships/slideLayout" Target="../slideLayouts/slideLayout109.xml"/><Relationship Id="rId3" Type="http://schemas.openxmlformats.org/officeDocument/2006/relationships/slideLayout" Target="../slideLayouts/slideLayout14.xml"/><Relationship Id="rId25" Type="http://schemas.openxmlformats.org/officeDocument/2006/relationships/slideLayout" Target="../slideLayouts/slideLayout36.xml"/><Relationship Id="rId46" Type="http://schemas.openxmlformats.org/officeDocument/2006/relationships/slideLayout" Target="../slideLayouts/slideLayout57.xml"/><Relationship Id="rId67" Type="http://schemas.openxmlformats.org/officeDocument/2006/relationships/slideLayout" Target="../slideLayouts/slideLayout78.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62" Type="http://schemas.openxmlformats.org/officeDocument/2006/relationships/slideLayout" Target="../slideLayouts/slideLayout73.xml"/><Relationship Id="rId83" Type="http://schemas.openxmlformats.org/officeDocument/2006/relationships/slideLayout" Target="../slideLayouts/slideLayout94.xml"/><Relationship Id="rId88" Type="http://schemas.openxmlformats.org/officeDocument/2006/relationships/slideLayout" Target="../slideLayouts/slideLayout99.xml"/><Relationship Id="rId111" Type="http://schemas.openxmlformats.org/officeDocument/2006/relationships/slideLayout" Target="../slideLayouts/slideLayout1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83EC55-8BA6-5834-16FA-5A5377AC53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49A5D3-165B-EDA5-7B0F-FEFE4BB53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36D446-C81C-056E-A11D-1C70DD931A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E3FE88-06DE-49F1-9C10-2835B721C48F}" type="datetimeFigureOut">
              <a:rPr lang="en-US" smtClean="0"/>
              <a:t>5/26/2026</a:t>
            </a:fld>
            <a:endParaRPr lang="en-US"/>
          </a:p>
        </p:txBody>
      </p:sp>
      <p:sp>
        <p:nvSpPr>
          <p:cNvPr id="5" name="Footer Placeholder 4">
            <a:extLst>
              <a:ext uri="{FF2B5EF4-FFF2-40B4-BE49-F238E27FC236}">
                <a16:creationId xmlns:a16="http://schemas.microsoft.com/office/drawing/2014/main" id="{62E7919D-54CD-F8C2-60B5-B983C73716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87267EC-084F-3009-0347-E1150AAF44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9A9BE9-AAD9-47C1-8C5E-6B4145C9FBC7}" type="slidenum">
              <a:rPr lang="en-US" smtClean="0"/>
              <a:t>‹#›</a:t>
            </a:fld>
            <a:endParaRPr lang="en-US"/>
          </a:p>
        </p:txBody>
      </p:sp>
    </p:spTree>
    <p:extLst>
      <p:ext uri="{BB962C8B-B14F-4D97-AF65-F5344CB8AC3E}">
        <p14:creationId xmlns:p14="http://schemas.microsoft.com/office/powerpoint/2010/main" val="4418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C7C115-D604-414E-6F43-4EA12FEE9B42}"/>
              </a:ext>
            </a:extLst>
          </p:cNvPr>
          <p:cNvSpPr/>
          <p:nvPr userDrawn="1"/>
        </p:nvSpPr>
        <p:spPr>
          <a:xfrm>
            <a:off x="3048" y="6368143"/>
            <a:ext cx="12188952" cy="489857"/>
          </a:xfrm>
          <a:prstGeom prst="rect">
            <a:avLst/>
          </a:prstGeom>
          <a:solidFill>
            <a:srgbClr val="009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3C3C3"/>
              </a:solidFill>
              <a:latin typeface="+mj-lt"/>
            </a:endParaRPr>
          </a:p>
        </p:txBody>
      </p:sp>
      <p:sp>
        <p:nvSpPr>
          <p:cNvPr id="6" name="Slide Number Placeholder 5"/>
          <p:cNvSpPr>
            <a:spLocks noGrp="1"/>
          </p:cNvSpPr>
          <p:nvPr>
            <p:ph type="sldNum" sz="quarter" idx="4"/>
          </p:nvPr>
        </p:nvSpPr>
        <p:spPr>
          <a:xfrm>
            <a:off x="11317628" y="6453078"/>
            <a:ext cx="413071" cy="311151"/>
          </a:xfrm>
          <a:prstGeom prst="rect">
            <a:avLst/>
          </a:prstGeom>
        </p:spPr>
        <p:txBody>
          <a:bodyPr vert="horz" lIns="91440" tIns="0" rIns="91440" bIns="0" rtlCol="0" anchor="ctr"/>
          <a:lstStyle>
            <a:lvl1pPr algn="ctr">
              <a:defRPr sz="800" b="0" i="0">
                <a:solidFill>
                  <a:schemeClr val="bg1"/>
                </a:solidFill>
                <a:latin typeface="Segoe UI" panose="020B0502040204020203" pitchFamily="34" charset="0"/>
                <a:cs typeface="Segoe UI" panose="020B0502040204020203" pitchFamily="34" charset="0"/>
              </a:defRPr>
            </a:lvl1pPr>
          </a:lstStyle>
          <a:p>
            <a:fld id="{D44D3F4E-7F9B-4AD4-ADA0-3F21E9F7E4F4}" type="slidenum">
              <a:rPr lang="en-US" smtClean="0"/>
              <a:pPr/>
              <a:t>‹#›</a:t>
            </a:fld>
            <a:endParaRPr lang="en-US" dirty="0"/>
          </a:p>
        </p:txBody>
      </p:sp>
      <p:sp>
        <p:nvSpPr>
          <p:cNvPr id="11" name="Rectangle 10">
            <a:extLst>
              <a:ext uri="{FF2B5EF4-FFF2-40B4-BE49-F238E27FC236}">
                <a16:creationId xmlns:a16="http://schemas.microsoft.com/office/drawing/2014/main" id="{1EC00A25-1D21-7673-D599-C5CE37054FB4}"/>
              </a:ext>
            </a:extLst>
          </p:cNvPr>
          <p:cNvSpPr/>
          <p:nvPr userDrawn="1"/>
        </p:nvSpPr>
        <p:spPr>
          <a:xfrm>
            <a:off x="0" y="587828"/>
            <a:ext cx="12192000" cy="45719"/>
          </a:xfrm>
          <a:prstGeom prst="rect">
            <a:avLst/>
          </a:prstGeom>
          <a:solidFill>
            <a:srgbClr val="009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pic>
        <p:nvPicPr>
          <p:cNvPr id="4" name="図 3">
            <a:extLst>
              <a:ext uri="{FF2B5EF4-FFF2-40B4-BE49-F238E27FC236}">
                <a16:creationId xmlns:a16="http://schemas.microsoft.com/office/drawing/2014/main" id="{FB647587-7FB6-B85B-D4F8-D0EE595C6EC1}"/>
              </a:ext>
            </a:extLst>
          </p:cNvPr>
          <p:cNvPicPr>
            <a:picLocks noChangeAspect="1"/>
          </p:cNvPicPr>
          <p:nvPr userDrawn="1"/>
        </p:nvPicPr>
        <p:blipFill>
          <a:blip r:embed="rId115"/>
          <a:stretch>
            <a:fillRect/>
          </a:stretch>
        </p:blipFill>
        <p:spPr>
          <a:xfrm>
            <a:off x="201600" y="147600"/>
            <a:ext cx="1438656" cy="379476"/>
          </a:xfrm>
          <a:prstGeom prst="rect">
            <a:avLst/>
          </a:prstGeom>
        </p:spPr>
      </p:pic>
      <p:sp>
        <p:nvSpPr>
          <p:cNvPr id="2" name="TextBox 1">
            <a:extLst>
              <a:ext uri="{FF2B5EF4-FFF2-40B4-BE49-F238E27FC236}">
                <a16:creationId xmlns:a16="http://schemas.microsoft.com/office/drawing/2014/main" id="{DFF00E5D-86A5-6BA4-C460-A9F3D7C221FE}"/>
              </a:ext>
            </a:extLst>
          </p:cNvPr>
          <p:cNvSpPr txBox="1"/>
          <p:nvPr userDrawn="1"/>
        </p:nvSpPr>
        <p:spPr>
          <a:xfrm>
            <a:off x="363984" y="6498454"/>
            <a:ext cx="3062797" cy="246221"/>
          </a:xfrm>
          <a:prstGeom prst="rect">
            <a:avLst/>
          </a:prstGeom>
          <a:noFill/>
        </p:spPr>
        <p:txBody>
          <a:bodyPr wrap="square" rtlCol="0">
            <a:spAutoFit/>
          </a:bodyPr>
          <a:lstStyle/>
          <a:p>
            <a:r>
              <a:rPr lang="en-US" sz="1000" dirty="0">
                <a:solidFill>
                  <a:schemeClr val="bg1"/>
                </a:solidFill>
                <a:latin typeface="+mj-ea"/>
                <a:ea typeface="+mj-ea"/>
              </a:rPr>
              <a:t>CONFIDENTIAL</a:t>
            </a:r>
          </a:p>
        </p:txBody>
      </p:sp>
      <p:sp>
        <p:nvSpPr>
          <p:cNvPr id="3" name="Footer Placeholder 4">
            <a:extLst>
              <a:ext uri="{FF2B5EF4-FFF2-40B4-BE49-F238E27FC236}">
                <a16:creationId xmlns:a16="http://schemas.microsoft.com/office/drawing/2014/main" id="{736366D2-DDB0-7438-8F41-6EAD4C1F01D4}"/>
              </a:ext>
            </a:extLst>
          </p:cNvPr>
          <p:cNvSpPr txBox="1">
            <a:spLocks/>
          </p:cNvSpPr>
          <p:nvPr userDrawn="1"/>
        </p:nvSpPr>
        <p:spPr>
          <a:xfrm>
            <a:off x="7852793" y="6471302"/>
            <a:ext cx="3464835" cy="300523"/>
          </a:xfrm>
          <a:prstGeom prst="rect">
            <a:avLst/>
          </a:prstGeom>
        </p:spPr>
        <p:txBody>
          <a:bodyPr vert="horz" lIns="0" tIns="45720" rIns="91440" bIns="45720" rtlCol="0" anchor="ctr"/>
          <a:lstStyle>
            <a:defPPr>
              <a:defRPr lang="en-US"/>
            </a:defPPr>
            <a:lvl1pPr marL="0" algn="r" defTabSz="914400" rtl="0" eaLnBrk="1" latinLnBrk="0" hangingPunct="1">
              <a:defRPr sz="600" kern="1200" cap="all" baseline="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2026 Rigaku Holdings Corporation and its Global Subsidiaries. All rights reserved.</a:t>
            </a:r>
          </a:p>
        </p:txBody>
      </p:sp>
    </p:spTree>
    <p:extLst>
      <p:ext uri="{BB962C8B-B14F-4D97-AF65-F5344CB8AC3E}">
        <p14:creationId xmlns:p14="http://schemas.microsoft.com/office/powerpoint/2010/main" val="19965682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Lst>
  <p:hf hdr="0" dt="0"/>
  <p:txStyles>
    <p:titleStyle>
      <a:lvl1pPr algn="l" defTabSz="685783" rtl="0" eaLnBrk="1" latinLnBrk="0" hangingPunct="1">
        <a:lnSpc>
          <a:spcPct val="90000"/>
        </a:lnSpc>
        <a:spcBef>
          <a:spcPct val="0"/>
        </a:spcBef>
        <a:buNone/>
        <a:defRPr kumimoji="1" sz="3000" b="1" kern="1200" cap="none" baseline="0">
          <a:solidFill>
            <a:srgbClr val="041E42"/>
          </a:solidFill>
          <a:latin typeface="+mj-lt"/>
          <a:ea typeface="+mj-ea"/>
          <a:cs typeface="+mj-cs"/>
        </a:defRPr>
      </a:lvl1pPr>
    </p:titleStyle>
    <p:bodyStyle>
      <a:lvl1pPr marL="274313" indent="-274313" algn="l" defTabSz="685783" rtl="0" eaLnBrk="1" latinLnBrk="0" hangingPunct="1">
        <a:lnSpc>
          <a:spcPct val="110000"/>
        </a:lnSpc>
        <a:spcBef>
          <a:spcPts val="751"/>
        </a:spcBef>
        <a:spcAft>
          <a:spcPts val="0"/>
        </a:spcAft>
        <a:buFont typeface="Arial" panose="020B0604020202020204" pitchFamily="34" charset="0"/>
        <a:buChar char="•"/>
        <a:tabLst/>
        <a:defRPr kumimoji="1" sz="2400" kern="1200" baseline="0">
          <a:solidFill>
            <a:schemeClr val="tx1"/>
          </a:solidFill>
          <a:latin typeface="+mn-lt"/>
          <a:ea typeface="Roboto" pitchFamily="2" charset="0"/>
          <a:cs typeface="+mn-cs"/>
        </a:defRPr>
      </a:lvl1pPr>
      <a:lvl2pPr marL="548626" indent="-274313" algn="l" defTabSz="685783" rtl="0" eaLnBrk="1" latinLnBrk="0" hangingPunct="1">
        <a:lnSpc>
          <a:spcPct val="110000"/>
        </a:lnSpc>
        <a:spcBef>
          <a:spcPts val="751"/>
        </a:spcBef>
        <a:spcAft>
          <a:spcPts val="0"/>
        </a:spcAft>
        <a:buFont typeface="Calibri" panose="020F0502020204030204" pitchFamily="34" charset="0"/>
        <a:buChar char="◦"/>
        <a:defRPr kumimoji="1" sz="1800" kern="1200">
          <a:solidFill>
            <a:schemeClr val="tx1"/>
          </a:solidFill>
          <a:latin typeface="+mn-lt"/>
          <a:ea typeface="Roboto" pitchFamily="2" charset="0"/>
          <a:cs typeface="+mn-cs"/>
        </a:defRPr>
      </a:lvl2pPr>
      <a:lvl3pPr marL="822939" indent="-274313" algn="l" defTabSz="685783" rtl="0" eaLnBrk="1" latinLnBrk="0" hangingPunct="1">
        <a:lnSpc>
          <a:spcPct val="110000"/>
        </a:lnSpc>
        <a:spcBef>
          <a:spcPts val="751"/>
        </a:spcBef>
        <a:spcAft>
          <a:spcPts val="0"/>
        </a:spcAft>
        <a:buFont typeface="Courier New" panose="02070309020205020404" pitchFamily="49" charset="0"/>
        <a:buChar char="o"/>
        <a:defRPr kumimoji="1" sz="2100" u="none" kern="1200" baseline="0">
          <a:solidFill>
            <a:schemeClr val="tx1"/>
          </a:solidFill>
          <a:latin typeface="+mn-lt"/>
          <a:ea typeface="Roboto" pitchFamily="2" charset="0"/>
          <a:cs typeface="+mn-cs"/>
        </a:defRPr>
      </a:lvl3pPr>
      <a:lvl4pPr marL="1097253" indent="-274313" algn="l" defTabSz="685783" rtl="0" eaLnBrk="1" latinLnBrk="0" hangingPunct="1">
        <a:lnSpc>
          <a:spcPct val="110000"/>
        </a:lnSpc>
        <a:spcBef>
          <a:spcPts val="751"/>
        </a:spcBef>
        <a:spcAft>
          <a:spcPts val="0"/>
        </a:spcAft>
        <a:buFont typeface="Roboto" panose="02000000000000000000" pitchFamily="2" charset="0"/>
        <a:buChar char="−"/>
        <a:defRPr kumimoji="1" sz="1800" kern="1200">
          <a:solidFill>
            <a:schemeClr val="tx1"/>
          </a:solidFill>
          <a:latin typeface="+mn-lt"/>
          <a:ea typeface="Roboto" pitchFamily="2" charset="0"/>
          <a:cs typeface="+mn-cs"/>
        </a:defRPr>
      </a:lvl4pPr>
      <a:lvl5pPr marL="1097253" marR="0" indent="0" algn="l" defTabSz="685783" rtl="0" eaLnBrk="1" fontAlgn="auto" latinLnBrk="0" hangingPunct="1">
        <a:lnSpc>
          <a:spcPct val="110000"/>
        </a:lnSpc>
        <a:spcBef>
          <a:spcPts val="751"/>
        </a:spcBef>
        <a:spcAft>
          <a:spcPts val="0"/>
        </a:spcAft>
        <a:buClrTx/>
        <a:buSzTx/>
        <a:buFont typeface="Roboto" panose="02000000000000000000" pitchFamily="2" charset="0"/>
        <a:buNone/>
        <a:tabLst/>
        <a:defRPr kumimoji="1" sz="1800" kern="1200">
          <a:solidFill>
            <a:schemeClr val="tx1"/>
          </a:solidFill>
          <a:latin typeface="+mn-lt"/>
          <a:ea typeface="Roboto" pitchFamily="2" charset="0"/>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kumimoji="1"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kumimoji="1"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kumimoji="1"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kumimoji="1" sz="1351" kern="1200">
          <a:solidFill>
            <a:schemeClr val="tx1"/>
          </a:solidFill>
          <a:latin typeface="+mn-lt"/>
          <a:ea typeface="+mn-ea"/>
          <a:cs typeface="+mn-cs"/>
        </a:defRPr>
      </a:lvl9pPr>
    </p:bodyStyle>
    <p:otherStyle>
      <a:defPPr>
        <a:defRPr lang="en-US"/>
      </a:defPPr>
      <a:lvl1pPr marL="0" algn="l" defTabSz="685783" rtl="0" eaLnBrk="1" latinLnBrk="0" hangingPunct="1">
        <a:defRPr kumimoji="1" sz="1351" kern="1200">
          <a:solidFill>
            <a:schemeClr val="tx1"/>
          </a:solidFill>
          <a:latin typeface="+mn-lt"/>
          <a:ea typeface="+mn-ea"/>
          <a:cs typeface="+mn-cs"/>
        </a:defRPr>
      </a:lvl1pPr>
      <a:lvl2pPr marL="342891" algn="l" defTabSz="685783" rtl="0" eaLnBrk="1" latinLnBrk="0" hangingPunct="1">
        <a:defRPr kumimoji="1" sz="1351" kern="1200">
          <a:solidFill>
            <a:schemeClr val="tx1"/>
          </a:solidFill>
          <a:latin typeface="+mn-lt"/>
          <a:ea typeface="+mn-ea"/>
          <a:cs typeface="+mn-cs"/>
        </a:defRPr>
      </a:lvl2pPr>
      <a:lvl3pPr marL="685783" algn="l" defTabSz="685783" rtl="0" eaLnBrk="1" latinLnBrk="0" hangingPunct="1">
        <a:defRPr kumimoji="1" sz="1351" kern="1200">
          <a:solidFill>
            <a:schemeClr val="tx1"/>
          </a:solidFill>
          <a:latin typeface="+mn-lt"/>
          <a:ea typeface="+mn-ea"/>
          <a:cs typeface="+mn-cs"/>
        </a:defRPr>
      </a:lvl3pPr>
      <a:lvl4pPr marL="1028674" algn="l" defTabSz="685783" rtl="0" eaLnBrk="1" latinLnBrk="0" hangingPunct="1">
        <a:defRPr kumimoji="1" sz="1351" kern="1200">
          <a:solidFill>
            <a:schemeClr val="tx1"/>
          </a:solidFill>
          <a:latin typeface="+mn-lt"/>
          <a:ea typeface="+mn-ea"/>
          <a:cs typeface="+mn-cs"/>
        </a:defRPr>
      </a:lvl4pPr>
      <a:lvl5pPr marL="1371566" algn="l" defTabSz="685783" rtl="0" eaLnBrk="1" latinLnBrk="0" hangingPunct="1">
        <a:defRPr kumimoji="1" sz="1351" kern="1200">
          <a:solidFill>
            <a:schemeClr val="tx1"/>
          </a:solidFill>
          <a:latin typeface="+mn-lt"/>
          <a:ea typeface="+mn-ea"/>
          <a:cs typeface="+mn-cs"/>
        </a:defRPr>
      </a:lvl5pPr>
      <a:lvl6pPr marL="1714457" algn="l" defTabSz="685783" rtl="0" eaLnBrk="1" latinLnBrk="0" hangingPunct="1">
        <a:defRPr kumimoji="1" sz="1351" kern="1200">
          <a:solidFill>
            <a:schemeClr val="tx1"/>
          </a:solidFill>
          <a:latin typeface="+mn-lt"/>
          <a:ea typeface="+mn-ea"/>
          <a:cs typeface="+mn-cs"/>
        </a:defRPr>
      </a:lvl6pPr>
      <a:lvl7pPr marL="2057349" algn="l" defTabSz="685783" rtl="0" eaLnBrk="1" latinLnBrk="0" hangingPunct="1">
        <a:defRPr kumimoji="1" sz="1351" kern="1200">
          <a:solidFill>
            <a:schemeClr val="tx1"/>
          </a:solidFill>
          <a:latin typeface="+mn-lt"/>
          <a:ea typeface="+mn-ea"/>
          <a:cs typeface="+mn-cs"/>
        </a:defRPr>
      </a:lvl7pPr>
      <a:lvl8pPr marL="2400240" algn="l" defTabSz="685783" rtl="0" eaLnBrk="1" latinLnBrk="0" hangingPunct="1">
        <a:defRPr kumimoji="1" sz="1351" kern="1200">
          <a:solidFill>
            <a:schemeClr val="tx1"/>
          </a:solidFill>
          <a:latin typeface="+mn-lt"/>
          <a:ea typeface="+mn-ea"/>
          <a:cs typeface="+mn-cs"/>
        </a:defRPr>
      </a:lvl8pPr>
      <a:lvl9pPr marL="2743131" algn="l" defTabSz="68578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51" orient="horz" pos="4080">
          <p15:clr>
            <a:srgbClr val="F26B43"/>
          </p15:clr>
        </p15:guide>
        <p15:guide id="52" orient="horz" pos="4272">
          <p15:clr>
            <a:srgbClr val="F26B43"/>
          </p15:clr>
        </p15:guide>
        <p15:guide id="53" orient="horz" pos="3792">
          <p15:clr>
            <a:srgbClr val="F26B43"/>
          </p15:clr>
        </p15:guide>
        <p15:guide id="54" pos="528">
          <p15:clr>
            <a:srgbClr val="F26B43"/>
          </p15:clr>
        </p15:guide>
        <p15:guide id="57" orient="horz" pos="48">
          <p15:clr>
            <a:srgbClr val="F26B43"/>
          </p15:clr>
        </p15:guide>
        <p15:guide id="60" orient="horz" pos="4032">
          <p15:clr>
            <a:srgbClr val="F26B43"/>
          </p15:clr>
        </p15:guide>
        <p15:guide id="61" pos="7152">
          <p15:clr>
            <a:srgbClr val="F26B43"/>
          </p15:clr>
        </p15:guide>
        <p15:guide id="66" orient="horz" pos="5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svg"/><Relationship Id="rId2" Type="http://schemas.openxmlformats.org/officeDocument/2006/relationships/notesSlide" Target="../notesSlides/notesSlide1.xml"/><Relationship Id="rId1" Type="http://schemas.openxmlformats.org/officeDocument/2006/relationships/slideLayout" Target="../slideLayouts/slideLayout42.xml"/><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40.png"/><Relationship Id="rId4" Type="http://schemas.microsoft.com/office/2007/relationships/hdphoto" Target="../media/hdphoto1.wdp"/><Relationship Id="rId9" Type="http://schemas.microsoft.com/office/2007/relationships/hdphoto" Target="../media/hdphoto2.wdp"/></Relationships>
</file>

<file path=ppt/slides/_rels/slide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EA7858-EF29-CE13-4ABE-F8D55D4136A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85932" y="957752"/>
            <a:ext cx="9179792" cy="5472568"/>
          </a:xfrm>
          <a:prstGeom prst="rect">
            <a:avLst/>
          </a:prstGeom>
          <a:noFill/>
          <a:ln>
            <a:noFill/>
          </a:ln>
        </p:spPr>
      </p:pic>
      <p:sp>
        <p:nvSpPr>
          <p:cNvPr id="5" name="TextBox 4">
            <a:extLst>
              <a:ext uri="{FF2B5EF4-FFF2-40B4-BE49-F238E27FC236}">
                <a16:creationId xmlns:a16="http://schemas.microsoft.com/office/drawing/2014/main" id="{44FDD7C2-E5E1-A528-E609-1DB729E8B5D6}"/>
              </a:ext>
            </a:extLst>
          </p:cNvPr>
          <p:cNvSpPr txBox="1"/>
          <p:nvPr/>
        </p:nvSpPr>
        <p:spPr>
          <a:xfrm>
            <a:off x="3474720" y="365760"/>
            <a:ext cx="4990533" cy="369332"/>
          </a:xfrm>
          <a:prstGeom prst="rect">
            <a:avLst/>
          </a:prstGeom>
          <a:noFill/>
        </p:spPr>
        <p:txBody>
          <a:bodyPr wrap="none" rtlCol="0">
            <a:spAutoFit/>
          </a:bodyPr>
          <a:lstStyle/>
          <a:p>
            <a:r>
              <a:rPr lang="en-US" dirty="0"/>
              <a:t>General Structural Overview of a Modular Design</a:t>
            </a:r>
          </a:p>
        </p:txBody>
      </p:sp>
    </p:spTree>
    <p:extLst>
      <p:ext uri="{BB962C8B-B14F-4D97-AF65-F5344CB8AC3E}">
        <p14:creationId xmlns:p14="http://schemas.microsoft.com/office/powerpoint/2010/main" val="4182847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C5B58-3FA0-A76D-9245-D25763D6AFA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05279FC-C850-7EB3-3C12-538441AE032C}"/>
              </a:ext>
            </a:extLst>
          </p:cNvPr>
          <p:cNvSpPr txBox="1"/>
          <p:nvPr/>
        </p:nvSpPr>
        <p:spPr>
          <a:xfrm>
            <a:off x="3449782" y="299259"/>
            <a:ext cx="4990533" cy="369332"/>
          </a:xfrm>
          <a:prstGeom prst="rect">
            <a:avLst/>
          </a:prstGeom>
          <a:noFill/>
        </p:spPr>
        <p:txBody>
          <a:bodyPr wrap="none" rtlCol="0">
            <a:spAutoFit/>
          </a:bodyPr>
          <a:lstStyle/>
          <a:p>
            <a:r>
              <a:rPr lang="en-US" dirty="0"/>
              <a:t>General Structural Overview of a Modular Design</a:t>
            </a:r>
          </a:p>
        </p:txBody>
      </p:sp>
      <p:sp>
        <p:nvSpPr>
          <p:cNvPr id="2" name="Rectangle: Rounded Corners 1">
            <a:extLst>
              <a:ext uri="{FF2B5EF4-FFF2-40B4-BE49-F238E27FC236}">
                <a16:creationId xmlns:a16="http://schemas.microsoft.com/office/drawing/2014/main" id="{1AFD1808-DFD6-1610-7CC8-45CCA8D96B25}"/>
              </a:ext>
            </a:extLst>
          </p:cNvPr>
          <p:cNvSpPr/>
          <p:nvPr/>
        </p:nvSpPr>
        <p:spPr>
          <a:xfrm>
            <a:off x="5101322" y="2635310"/>
            <a:ext cx="1647208" cy="15873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DD</a:t>
            </a:r>
          </a:p>
        </p:txBody>
      </p:sp>
      <p:sp>
        <p:nvSpPr>
          <p:cNvPr id="3" name="Arrow: Down 2">
            <a:extLst>
              <a:ext uri="{FF2B5EF4-FFF2-40B4-BE49-F238E27FC236}">
                <a16:creationId xmlns:a16="http://schemas.microsoft.com/office/drawing/2014/main" id="{42DE6533-9880-3566-0A38-C5C8D67A5A51}"/>
              </a:ext>
            </a:extLst>
          </p:cNvPr>
          <p:cNvSpPr/>
          <p:nvPr/>
        </p:nvSpPr>
        <p:spPr>
          <a:xfrm>
            <a:off x="5692462" y="1596979"/>
            <a:ext cx="457200" cy="90152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Input</a:t>
            </a:r>
          </a:p>
        </p:txBody>
      </p:sp>
      <p:sp>
        <p:nvSpPr>
          <p:cNvPr id="6" name="Arrow: Down 5">
            <a:extLst>
              <a:ext uri="{FF2B5EF4-FFF2-40B4-BE49-F238E27FC236}">
                <a16:creationId xmlns:a16="http://schemas.microsoft.com/office/drawing/2014/main" id="{092C31D2-C3C8-BE5B-A885-8864BA554CA6}"/>
              </a:ext>
            </a:extLst>
          </p:cNvPr>
          <p:cNvSpPr/>
          <p:nvPr/>
        </p:nvSpPr>
        <p:spPr>
          <a:xfrm>
            <a:off x="5716448" y="4359499"/>
            <a:ext cx="457200" cy="1088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output</a:t>
            </a:r>
          </a:p>
        </p:txBody>
      </p:sp>
      <p:sp>
        <p:nvSpPr>
          <p:cNvPr id="7" name="Arrow: Right 6">
            <a:extLst>
              <a:ext uri="{FF2B5EF4-FFF2-40B4-BE49-F238E27FC236}">
                <a16:creationId xmlns:a16="http://schemas.microsoft.com/office/drawing/2014/main" id="{60E8F13C-8EED-E7EF-1939-BA8622FD45E6}"/>
              </a:ext>
            </a:extLst>
          </p:cNvPr>
          <p:cNvSpPr/>
          <p:nvPr/>
        </p:nvSpPr>
        <p:spPr>
          <a:xfrm>
            <a:off x="3148885" y="2769747"/>
            <a:ext cx="1790164" cy="131850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Parameters</a:t>
            </a:r>
          </a:p>
        </p:txBody>
      </p:sp>
      <p:sp>
        <p:nvSpPr>
          <p:cNvPr id="8" name="Cloud 7">
            <a:extLst>
              <a:ext uri="{FF2B5EF4-FFF2-40B4-BE49-F238E27FC236}">
                <a16:creationId xmlns:a16="http://schemas.microsoft.com/office/drawing/2014/main" id="{DD5C6378-B0AA-8DF8-249F-695CCEAFA3FE}"/>
              </a:ext>
            </a:extLst>
          </p:cNvPr>
          <p:cNvSpPr/>
          <p:nvPr/>
        </p:nvSpPr>
        <p:spPr>
          <a:xfrm>
            <a:off x="7102699" y="1700011"/>
            <a:ext cx="2627290" cy="935299"/>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Orchestration layer  / API</a:t>
            </a:r>
          </a:p>
        </p:txBody>
      </p:sp>
      <p:cxnSp>
        <p:nvCxnSpPr>
          <p:cNvPr id="10" name="Straight Arrow Connector 9">
            <a:extLst>
              <a:ext uri="{FF2B5EF4-FFF2-40B4-BE49-F238E27FC236}">
                <a16:creationId xmlns:a16="http://schemas.microsoft.com/office/drawing/2014/main" id="{944FF314-0B4C-4F31-6350-5A11C9271524}"/>
              </a:ext>
            </a:extLst>
          </p:cNvPr>
          <p:cNvCxnSpPr>
            <a:cxnSpLocks/>
          </p:cNvCxnSpPr>
          <p:nvPr/>
        </p:nvCxnSpPr>
        <p:spPr>
          <a:xfrm flipH="1">
            <a:off x="6767848" y="2498500"/>
            <a:ext cx="457200" cy="354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Cloud 11">
            <a:extLst>
              <a:ext uri="{FF2B5EF4-FFF2-40B4-BE49-F238E27FC236}">
                <a16:creationId xmlns:a16="http://schemas.microsoft.com/office/drawing/2014/main" id="{B0AD7648-A4C3-E629-6BC4-FF156A2964F6}"/>
              </a:ext>
            </a:extLst>
          </p:cNvPr>
          <p:cNvSpPr/>
          <p:nvPr/>
        </p:nvSpPr>
        <p:spPr>
          <a:xfrm>
            <a:off x="7205730" y="3844345"/>
            <a:ext cx="2627290" cy="1240924"/>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Shared Services / UI / Licensing/ plotting</a:t>
            </a:r>
          </a:p>
        </p:txBody>
      </p:sp>
      <p:cxnSp>
        <p:nvCxnSpPr>
          <p:cNvPr id="14" name="Straight Arrow Connector 13">
            <a:extLst>
              <a:ext uri="{FF2B5EF4-FFF2-40B4-BE49-F238E27FC236}">
                <a16:creationId xmlns:a16="http://schemas.microsoft.com/office/drawing/2014/main" id="{377B4839-7ECE-AD58-1D4E-33CE72AAAAC4}"/>
              </a:ext>
            </a:extLst>
          </p:cNvPr>
          <p:cNvCxnSpPr>
            <a:cxnSpLocks/>
          </p:cNvCxnSpPr>
          <p:nvPr/>
        </p:nvCxnSpPr>
        <p:spPr>
          <a:xfrm>
            <a:off x="6748530" y="4061705"/>
            <a:ext cx="457200" cy="2205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AF594378-9BD3-E89A-4F1F-C3012D99F4F7}"/>
              </a:ext>
            </a:extLst>
          </p:cNvPr>
          <p:cNvSpPr txBox="1"/>
          <p:nvPr/>
        </p:nvSpPr>
        <p:spPr>
          <a:xfrm>
            <a:off x="3411131" y="721783"/>
            <a:ext cx="3691568" cy="1200329"/>
          </a:xfrm>
          <a:prstGeom prst="rect">
            <a:avLst/>
          </a:prstGeom>
          <a:noFill/>
        </p:spPr>
        <p:txBody>
          <a:bodyPr wrap="square" rtlCol="0">
            <a:spAutoFit/>
          </a:bodyPr>
          <a:lstStyle/>
          <a:p>
            <a:r>
              <a:rPr lang="en-US" dirty="0"/>
              <a:t>Measured data</a:t>
            </a:r>
          </a:p>
          <a:p>
            <a:r>
              <a:rPr lang="en-US" dirty="0"/>
              <a:t>Reference data (background state)</a:t>
            </a:r>
          </a:p>
          <a:p>
            <a:r>
              <a:rPr lang="en-US" dirty="0"/>
              <a:t>Formula</a:t>
            </a:r>
          </a:p>
          <a:p>
            <a:r>
              <a:rPr lang="en-US" dirty="0"/>
              <a:t>Background</a:t>
            </a:r>
          </a:p>
        </p:txBody>
      </p:sp>
      <p:sp>
        <p:nvSpPr>
          <p:cNvPr id="17" name="TextBox 16">
            <a:extLst>
              <a:ext uri="{FF2B5EF4-FFF2-40B4-BE49-F238E27FC236}">
                <a16:creationId xmlns:a16="http://schemas.microsoft.com/office/drawing/2014/main" id="{AE6D284C-1AF7-1318-1519-7F4DA267D66A}"/>
              </a:ext>
            </a:extLst>
          </p:cNvPr>
          <p:cNvSpPr txBox="1"/>
          <p:nvPr/>
        </p:nvSpPr>
        <p:spPr>
          <a:xfrm>
            <a:off x="650383" y="2852670"/>
            <a:ext cx="1790164" cy="1477328"/>
          </a:xfrm>
          <a:prstGeom prst="rect">
            <a:avLst/>
          </a:prstGeom>
          <a:noFill/>
        </p:spPr>
        <p:txBody>
          <a:bodyPr wrap="square" rtlCol="0">
            <a:spAutoFit/>
          </a:bodyPr>
          <a:lstStyle/>
          <a:p>
            <a:r>
              <a:rPr lang="en-US" dirty="0"/>
              <a:t>Scale</a:t>
            </a:r>
          </a:p>
          <a:p>
            <a:r>
              <a:rPr lang="en-US" dirty="0"/>
              <a:t>2Theta shift</a:t>
            </a:r>
          </a:p>
          <a:p>
            <a:r>
              <a:rPr lang="en-US" dirty="0"/>
              <a:t>Macro?</a:t>
            </a:r>
          </a:p>
          <a:p>
            <a:r>
              <a:rPr lang="en-US" dirty="0"/>
              <a:t>Calc </a:t>
            </a:r>
            <a:r>
              <a:rPr lang="en-US" dirty="0" err="1"/>
              <a:t>backgrnd</a:t>
            </a:r>
            <a:endParaRPr lang="en-US" dirty="0"/>
          </a:p>
          <a:p>
            <a:r>
              <a:rPr lang="en-US" dirty="0"/>
              <a:t>LPA</a:t>
            </a:r>
          </a:p>
        </p:txBody>
      </p:sp>
      <p:sp>
        <p:nvSpPr>
          <p:cNvPr id="18" name="TextBox 17">
            <a:extLst>
              <a:ext uri="{FF2B5EF4-FFF2-40B4-BE49-F238E27FC236}">
                <a16:creationId xmlns:a16="http://schemas.microsoft.com/office/drawing/2014/main" id="{1D44C986-82CB-11A4-04F7-B39BBDCC2BE1}"/>
              </a:ext>
            </a:extLst>
          </p:cNvPr>
          <p:cNvSpPr txBox="1"/>
          <p:nvPr/>
        </p:nvSpPr>
        <p:spPr>
          <a:xfrm>
            <a:off x="3045854" y="5108455"/>
            <a:ext cx="4056845" cy="1200329"/>
          </a:xfrm>
          <a:prstGeom prst="rect">
            <a:avLst/>
          </a:prstGeom>
          <a:noFill/>
        </p:spPr>
        <p:txBody>
          <a:bodyPr wrap="square" rtlCol="0">
            <a:spAutoFit/>
          </a:bodyPr>
          <a:lstStyle/>
          <a:p>
            <a:r>
              <a:rPr lang="en-US" dirty="0"/>
              <a:t>Measured profile</a:t>
            </a:r>
          </a:p>
          <a:p>
            <a:r>
              <a:rPr lang="en-US" dirty="0"/>
              <a:t>Calculated profiles</a:t>
            </a:r>
          </a:p>
          <a:p>
            <a:r>
              <a:rPr lang="en-US" dirty="0"/>
              <a:t>Scale factors + goodness of </a:t>
            </a:r>
            <a:r>
              <a:rPr lang="en-US" dirty="0" err="1"/>
              <a:t>fit+offset</a:t>
            </a:r>
            <a:endParaRPr lang="en-US" dirty="0"/>
          </a:p>
          <a:p>
            <a:r>
              <a:rPr lang="en-US" dirty="0"/>
              <a:t>Quantities – FP drift correction</a:t>
            </a:r>
          </a:p>
        </p:txBody>
      </p:sp>
    </p:spTree>
    <p:extLst>
      <p:ext uri="{BB962C8B-B14F-4D97-AF65-F5344CB8AC3E}">
        <p14:creationId xmlns:p14="http://schemas.microsoft.com/office/powerpoint/2010/main" val="4136527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A84B8-0247-F052-6C2D-E431D67D69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14CE86-A6BE-C992-5275-F9DACEC5A7FA}"/>
              </a:ext>
            </a:extLst>
          </p:cNvPr>
          <p:cNvSpPr txBox="1"/>
          <p:nvPr/>
        </p:nvSpPr>
        <p:spPr>
          <a:xfrm>
            <a:off x="1940628" y="250567"/>
            <a:ext cx="8495339" cy="461665"/>
          </a:xfrm>
          <a:prstGeom prst="rect">
            <a:avLst/>
          </a:prstGeom>
          <a:noFill/>
        </p:spPr>
        <p:txBody>
          <a:bodyPr wrap="none" rtlCol="0">
            <a:spAutoFit/>
          </a:bodyPr>
          <a:lstStyle/>
          <a:p>
            <a:r>
              <a:rPr lang="en-US" sz="2400" dirty="0"/>
              <a:t>Launch and road map for XpC transmission targeted at Pharma</a:t>
            </a:r>
          </a:p>
        </p:txBody>
      </p:sp>
      <p:sp>
        <p:nvSpPr>
          <p:cNvPr id="9" name="Rectangle: Rounded Corners 8">
            <a:extLst>
              <a:ext uri="{FF2B5EF4-FFF2-40B4-BE49-F238E27FC236}">
                <a16:creationId xmlns:a16="http://schemas.microsoft.com/office/drawing/2014/main" id="{564DCE57-0BDD-31BE-9B22-43F27FF3E0AD}"/>
              </a:ext>
            </a:extLst>
          </p:cNvPr>
          <p:cNvSpPr/>
          <p:nvPr/>
        </p:nvSpPr>
        <p:spPr>
          <a:xfrm>
            <a:off x="1588386" y="2443765"/>
            <a:ext cx="1659243" cy="13072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XpC Transmission  Benchtop</a:t>
            </a:r>
          </a:p>
        </p:txBody>
      </p:sp>
      <p:sp>
        <p:nvSpPr>
          <p:cNvPr id="11" name="Arrow: Down 10">
            <a:extLst>
              <a:ext uri="{FF2B5EF4-FFF2-40B4-BE49-F238E27FC236}">
                <a16:creationId xmlns:a16="http://schemas.microsoft.com/office/drawing/2014/main" id="{C47107BE-D038-5A79-7ADE-DA06D6E9F8C0}"/>
              </a:ext>
            </a:extLst>
          </p:cNvPr>
          <p:cNvSpPr/>
          <p:nvPr/>
        </p:nvSpPr>
        <p:spPr>
          <a:xfrm>
            <a:off x="2092817" y="800774"/>
            <a:ext cx="650383" cy="14659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t>Launch</a:t>
            </a:r>
          </a:p>
        </p:txBody>
      </p:sp>
      <p:sp>
        <p:nvSpPr>
          <p:cNvPr id="13" name="TextBox 12">
            <a:extLst>
              <a:ext uri="{FF2B5EF4-FFF2-40B4-BE49-F238E27FC236}">
                <a16:creationId xmlns:a16="http://schemas.microsoft.com/office/drawing/2014/main" id="{FF71535F-58FA-5940-9601-1A49F985DE26}"/>
              </a:ext>
            </a:extLst>
          </p:cNvPr>
          <p:cNvSpPr txBox="1"/>
          <p:nvPr/>
        </p:nvSpPr>
        <p:spPr>
          <a:xfrm>
            <a:off x="1371600" y="4230710"/>
            <a:ext cx="2310056" cy="2585323"/>
          </a:xfrm>
          <a:prstGeom prst="rect">
            <a:avLst/>
          </a:prstGeom>
          <a:noFill/>
        </p:spPr>
        <p:txBody>
          <a:bodyPr wrap="none" rtlCol="0">
            <a:spAutoFit/>
          </a:bodyPr>
          <a:lstStyle/>
          <a:p>
            <a:pPr marL="342900" indent="-342900">
              <a:buFont typeface="+mj-lt"/>
              <a:buAutoNum type="arabicPeriod"/>
            </a:pPr>
            <a:r>
              <a:rPr lang="en-US" b="1" dirty="0">
                <a:solidFill>
                  <a:srgbClr val="FF0000"/>
                </a:solidFill>
              </a:rPr>
              <a:t>Sample holders</a:t>
            </a:r>
          </a:p>
          <a:p>
            <a:pPr marL="342900" indent="-342900">
              <a:buFont typeface="+mj-lt"/>
              <a:buAutoNum type="arabicPeriod"/>
            </a:pPr>
            <a:r>
              <a:rPr lang="en-US" dirty="0"/>
              <a:t>Sample prep kit</a:t>
            </a:r>
          </a:p>
          <a:p>
            <a:pPr marL="342900" indent="-342900">
              <a:buFont typeface="+mj-lt"/>
              <a:buAutoNum type="arabicPeriod"/>
            </a:pPr>
            <a:r>
              <a:rPr lang="en-US" dirty="0">
                <a:solidFill>
                  <a:schemeClr val="bg1">
                    <a:lumMod val="75000"/>
                  </a:schemeClr>
                </a:solidFill>
              </a:rPr>
              <a:t>Auto Sample Prep</a:t>
            </a:r>
          </a:p>
          <a:p>
            <a:pPr marL="342900" indent="-342900">
              <a:buFont typeface="+mj-lt"/>
              <a:buAutoNum type="arabicPeriod"/>
            </a:pPr>
            <a:r>
              <a:rPr lang="en-US" dirty="0"/>
              <a:t>Training materials</a:t>
            </a:r>
          </a:p>
          <a:p>
            <a:pPr marL="342900" indent="-342900">
              <a:buFont typeface="+mj-lt"/>
              <a:buAutoNum type="arabicPeriod"/>
            </a:pPr>
            <a:r>
              <a:rPr lang="en-US" dirty="0"/>
              <a:t>Webinar</a:t>
            </a:r>
          </a:p>
          <a:p>
            <a:pPr marL="342900" indent="-342900">
              <a:buFont typeface="+mj-lt"/>
              <a:buAutoNum type="arabicPeriod"/>
            </a:pPr>
            <a:r>
              <a:rPr lang="en-US" dirty="0"/>
              <a:t>White Papers</a:t>
            </a:r>
          </a:p>
          <a:p>
            <a:pPr marL="342900" indent="-342900">
              <a:buFont typeface="+mj-lt"/>
              <a:buAutoNum type="arabicPeriod"/>
            </a:pPr>
            <a:r>
              <a:rPr lang="en-US" dirty="0"/>
              <a:t>Marketing</a:t>
            </a:r>
          </a:p>
          <a:p>
            <a:pPr marL="342900" indent="-342900">
              <a:buFont typeface="+mj-lt"/>
              <a:buAutoNum type="arabicPeriod"/>
            </a:pPr>
            <a:r>
              <a:rPr lang="en-US" dirty="0"/>
              <a:t>Applications deck</a:t>
            </a:r>
          </a:p>
          <a:p>
            <a:pPr marL="342900" indent="-342900">
              <a:buFont typeface="+mj-lt"/>
              <a:buAutoNum type="arabicPeriod"/>
            </a:pPr>
            <a:r>
              <a:rPr lang="en-US" dirty="0"/>
              <a:t>E book.</a:t>
            </a:r>
          </a:p>
        </p:txBody>
      </p:sp>
      <p:sp>
        <p:nvSpPr>
          <p:cNvPr id="15" name="Arrow: Right 14">
            <a:extLst>
              <a:ext uri="{FF2B5EF4-FFF2-40B4-BE49-F238E27FC236}">
                <a16:creationId xmlns:a16="http://schemas.microsoft.com/office/drawing/2014/main" id="{71D3834D-0ACE-1F5D-71D4-D54A8BD840D7}"/>
              </a:ext>
            </a:extLst>
          </p:cNvPr>
          <p:cNvSpPr/>
          <p:nvPr/>
        </p:nvSpPr>
        <p:spPr>
          <a:xfrm>
            <a:off x="611746" y="3760632"/>
            <a:ext cx="11153105" cy="369332"/>
          </a:xfrm>
          <a:prstGeom prst="rightArrow">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061A75FC-759A-2A47-4676-9C890FD50EA2}"/>
              </a:ext>
            </a:extLst>
          </p:cNvPr>
          <p:cNvCxnSpPr/>
          <p:nvPr/>
        </p:nvCxnSpPr>
        <p:spPr>
          <a:xfrm>
            <a:off x="5209504" y="3483736"/>
            <a:ext cx="0" cy="869323"/>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9E0B7459-8BA7-39B1-B494-52AA713CA7EA}"/>
              </a:ext>
            </a:extLst>
          </p:cNvPr>
          <p:cNvSpPr txBox="1"/>
          <p:nvPr/>
        </p:nvSpPr>
        <p:spPr>
          <a:xfrm>
            <a:off x="4247882" y="4353059"/>
            <a:ext cx="2310056" cy="2585323"/>
          </a:xfrm>
          <a:prstGeom prst="rect">
            <a:avLst/>
          </a:prstGeom>
          <a:noFill/>
        </p:spPr>
        <p:txBody>
          <a:bodyPr wrap="none" rtlCol="0">
            <a:spAutoFit/>
          </a:bodyPr>
          <a:lstStyle/>
          <a:p>
            <a:pPr marL="342900" indent="-342900">
              <a:buFont typeface="+mj-lt"/>
              <a:buAutoNum type="arabicPeriod"/>
            </a:pPr>
            <a:r>
              <a:rPr lang="en-US" b="1" dirty="0">
                <a:solidFill>
                  <a:srgbClr val="FF0000"/>
                </a:solidFill>
              </a:rPr>
              <a:t>Capillary holders</a:t>
            </a:r>
          </a:p>
          <a:p>
            <a:pPr marL="342900" indent="-342900">
              <a:buFont typeface="+mj-lt"/>
              <a:buAutoNum type="arabicPeriod"/>
            </a:pPr>
            <a:r>
              <a:rPr lang="en-US" dirty="0"/>
              <a:t>Sample prep kit</a:t>
            </a:r>
          </a:p>
          <a:p>
            <a:pPr marL="342900" indent="-342900">
              <a:buFont typeface="+mj-lt"/>
              <a:buAutoNum type="arabicPeriod"/>
            </a:pPr>
            <a:r>
              <a:rPr lang="en-US" dirty="0"/>
              <a:t>Training materials</a:t>
            </a:r>
          </a:p>
          <a:p>
            <a:pPr marL="342900" indent="-342900">
              <a:buFont typeface="+mj-lt"/>
              <a:buAutoNum type="arabicPeriod"/>
            </a:pPr>
            <a:r>
              <a:rPr lang="en-US" dirty="0"/>
              <a:t>Webinar</a:t>
            </a:r>
          </a:p>
          <a:p>
            <a:pPr marL="342900" indent="-342900">
              <a:buFont typeface="+mj-lt"/>
              <a:buAutoNum type="arabicPeriod"/>
            </a:pPr>
            <a:r>
              <a:rPr lang="en-US" dirty="0"/>
              <a:t>White Paper</a:t>
            </a:r>
          </a:p>
          <a:p>
            <a:pPr marL="342900" indent="-342900">
              <a:buFont typeface="+mj-lt"/>
              <a:buAutoNum type="arabicPeriod"/>
            </a:pPr>
            <a:r>
              <a:rPr lang="en-US" dirty="0"/>
              <a:t>Marketing</a:t>
            </a:r>
          </a:p>
          <a:p>
            <a:pPr marL="342900" indent="-342900">
              <a:buFont typeface="+mj-lt"/>
              <a:buAutoNum type="arabicPeriod"/>
            </a:pPr>
            <a:r>
              <a:rPr lang="en-US" dirty="0"/>
              <a:t>Applications deck</a:t>
            </a:r>
          </a:p>
          <a:p>
            <a:pPr marL="342900" indent="-342900">
              <a:buFont typeface="+mj-lt"/>
              <a:buAutoNum type="arabicPeriod"/>
            </a:pPr>
            <a:r>
              <a:rPr lang="en-US" dirty="0"/>
              <a:t>E book.</a:t>
            </a:r>
          </a:p>
          <a:p>
            <a:endParaRPr lang="en-US" dirty="0"/>
          </a:p>
        </p:txBody>
      </p:sp>
      <p:cxnSp>
        <p:nvCxnSpPr>
          <p:cNvPr id="22" name="Straight Arrow Connector 21">
            <a:extLst>
              <a:ext uri="{FF2B5EF4-FFF2-40B4-BE49-F238E27FC236}">
                <a16:creationId xmlns:a16="http://schemas.microsoft.com/office/drawing/2014/main" id="{1D5C3255-BA3E-5B93-7808-E0B3EBEC42D1}"/>
              </a:ext>
            </a:extLst>
          </p:cNvPr>
          <p:cNvCxnSpPr/>
          <p:nvPr/>
        </p:nvCxnSpPr>
        <p:spPr>
          <a:xfrm>
            <a:off x="7763799" y="3475153"/>
            <a:ext cx="0" cy="869323"/>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8B702EC8-52AA-9DB9-6B81-FFC36702C93D}"/>
              </a:ext>
            </a:extLst>
          </p:cNvPr>
          <p:cNvSpPr txBox="1"/>
          <p:nvPr/>
        </p:nvSpPr>
        <p:spPr>
          <a:xfrm>
            <a:off x="6802177" y="4344476"/>
            <a:ext cx="2310056" cy="2585323"/>
          </a:xfrm>
          <a:prstGeom prst="rect">
            <a:avLst/>
          </a:prstGeom>
          <a:noFill/>
        </p:spPr>
        <p:txBody>
          <a:bodyPr wrap="none" rtlCol="0">
            <a:spAutoFit/>
          </a:bodyPr>
          <a:lstStyle/>
          <a:p>
            <a:pPr marL="342900" indent="-342900">
              <a:buFont typeface="+mj-lt"/>
              <a:buAutoNum type="arabicPeriod"/>
            </a:pPr>
            <a:r>
              <a:rPr lang="en-US" b="1" dirty="0">
                <a:solidFill>
                  <a:srgbClr val="FF0000"/>
                </a:solidFill>
              </a:rPr>
              <a:t>Non ambient</a:t>
            </a:r>
          </a:p>
          <a:p>
            <a:pPr marL="342900" indent="-342900">
              <a:buFont typeface="+mj-lt"/>
              <a:buAutoNum type="arabicPeriod"/>
            </a:pPr>
            <a:r>
              <a:rPr lang="en-US" dirty="0"/>
              <a:t>Sample prep kit</a:t>
            </a:r>
          </a:p>
          <a:p>
            <a:pPr marL="342900" indent="-342900">
              <a:buFont typeface="+mj-lt"/>
              <a:buAutoNum type="arabicPeriod"/>
            </a:pPr>
            <a:r>
              <a:rPr lang="en-US" dirty="0"/>
              <a:t>Training materials</a:t>
            </a:r>
          </a:p>
          <a:p>
            <a:pPr marL="342900" indent="-342900">
              <a:buFont typeface="+mj-lt"/>
              <a:buAutoNum type="arabicPeriod"/>
            </a:pPr>
            <a:r>
              <a:rPr lang="en-US" dirty="0"/>
              <a:t>Webinar</a:t>
            </a:r>
          </a:p>
          <a:p>
            <a:pPr marL="342900" indent="-342900">
              <a:buFont typeface="+mj-lt"/>
              <a:buAutoNum type="arabicPeriod"/>
            </a:pPr>
            <a:r>
              <a:rPr lang="en-US" dirty="0"/>
              <a:t>White Paper</a:t>
            </a:r>
          </a:p>
          <a:p>
            <a:pPr marL="342900" indent="-342900">
              <a:buFont typeface="+mj-lt"/>
              <a:buAutoNum type="arabicPeriod"/>
            </a:pPr>
            <a:r>
              <a:rPr lang="en-US" dirty="0"/>
              <a:t>Marketing</a:t>
            </a:r>
          </a:p>
          <a:p>
            <a:pPr marL="342900" indent="-342900">
              <a:buFont typeface="+mj-lt"/>
              <a:buAutoNum type="arabicPeriod"/>
            </a:pPr>
            <a:r>
              <a:rPr lang="en-US" dirty="0"/>
              <a:t>Applications deck</a:t>
            </a:r>
          </a:p>
          <a:p>
            <a:pPr marL="342900" indent="-342900">
              <a:buFont typeface="+mj-lt"/>
              <a:buAutoNum type="arabicPeriod"/>
            </a:pPr>
            <a:r>
              <a:rPr lang="en-US" dirty="0"/>
              <a:t>E book.</a:t>
            </a:r>
          </a:p>
          <a:p>
            <a:endParaRPr lang="en-US" dirty="0"/>
          </a:p>
        </p:txBody>
      </p:sp>
      <p:cxnSp>
        <p:nvCxnSpPr>
          <p:cNvPr id="24" name="Straight Arrow Connector 23">
            <a:extLst>
              <a:ext uri="{FF2B5EF4-FFF2-40B4-BE49-F238E27FC236}">
                <a16:creationId xmlns:a16="http://schemas.microsoft.com/office/drawing/2014/main" id="{203F4FEE-F48B-FB67-8BC1-AC6BB26F39BB}"/>
              </a:ext>
            </a:extLst>
          </p:cNvPr>
          <p:cNvCxnSpPr/>
          <p:nvPr/>
        </p:nvCxnSpPr>
        <p:spPr>
          <a:xfrm>
            <a:off x="10355937" y="3478373"/>
            <a:ext cx="0" cy="869323"/>
          </a:xfrm>
          <a:prstGeom prst="straightConnector1">
            <a:avLst/>
          </a:prstGeom>
          <a:ln w="5715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504C24A-14F2-E1E0-35A1-8659F72E46C1}"/>
              </a:ext>
            </a:extLst>
          </p:cNvPr>
          <p:cNvSpPr txBox="1"/>
          <p:nvPr/>
        </p:nvSpPr>
        <p:spPr>
          <a:xfrm>
            <a:off x="9394315" y="4347696"/>
            <a:ext cx="2310056" cy="2585323"/>
          </a:xfrm>
          <a:prstGeom prst="rect">
            <a:avLst/>
          </a:prstGeom>
          <a:noFill/>
        </p:spPr>
        <p:txBody>
          <a:bodyPr wrap="none" rtlCol="0">
            <a:spAutoFit/>
          </a:bodyPr>
          <a:lstStyle/>
          <a:p>
            <a:pPr marL="342900" indent="-342900">
              <a:buFont typeface="+mj-lt"/>
              <a:buAutoNum type="arabicPeriod"/>
            </a:pPr>
            <a:r>
              <a:rPr lang="en-US" b="1" dirty="0">
                <a:solidFill>
                  <a:srgbClr val="FF0000"/>
                </a:solidFill>
              </a:rPr>
              <a:t>Well Plate</a:t>
            </a:r>
          </a:p>
          <a:p>
            <a:pPr marL="342900" indent="-342900">
              <a:buFont typeface="+mj-lt"/>
              <a:buAutoNum type="arabicPeriod"/>
            </a:pPr>
            <a:r>
              <a:rPr lang="en-US" dirty="0"/>
              <a:t>Sample prep kit</a:t>
            </a:r>
          </a:p>
          <a:p>
            <a:pPr marL="342900" indent="-342900">
              <a:buFont typeface="+mj-lt"/>
              <a:buAutoNum type="arabicPeriod"/>
            </a:pPr>
            <a:r>
              <a:rPr lang="en-US" dirty="0"/>
              <a:t>Training materials</a:t>
            </a:r>
          </a:p>
          <a:p>
            <a:pPr marL="342900" indent="-342900">
              <a:buFont typeface="+mj-lt"/>
              <a:buAutoNum type="arabicPeriod"/>
            </a:pPr>
            <a:r>
              <a:rPr lang="en-US" dirty="0"/>
              <a:t>Webinar</a:t>
            </a:r>
          </a:p>
          <a:p>
            <a:pPr marL="342900" indent="-342900">
              <a:buFont typeface="+mj-lt"/>
              <a:buAutoNum type="arabicPeriod"/>
            </a:pPr>
            <a:r>
              <a:rPr lang="en-US" dirty="0"/>
              <a:t>White Paper</a:t>
            </a:r>
          </a:p>
          <a:p>
            <a:pPr marL="342900" indent="-342900">
              <a:buFont typeface="+mj-lt"/>
              <a:buAutoNum type="arabicPeriod"/>
            </a:pPr>
            <a:r>
              <a:rPr lang="en-US" dirty="0"/>
              <a:t>Marketing</a:t>
            </a:r>
          </a:p>
          <a:p>
            <a:pPr marL="342900" indent="-342900">
              <a:buFont typeface="+mj-lt"/>
              <a:buAutoNum type="arabicPeriod"/>
            </a:pPr>
            <a:r>
              <a:rPr lang="en-US" dirty="0"/>
              <a:t>Applications deck</a:t>
            </a:r>
          </a:p>
          <a:p>
            <a:pPr marL="342900" indent="-342900">
              <a:buFont typeface="+mj-lt"/>
              <a:buAutoNum type="arabicPeriod"/>
            </a:pPr>
            <a:r>
              <a:rPr lang="en-US" dirty="0"/>
              <a:t>E book.</a:t>
            </a:r>
          </a:p>
          <a:p>
            <a:endParaRPr lang="en-US" dirty="0"/>
          </a:p>
        </p:txBody>
      </p:sp>
      <p:sp>
        <p:nvSpPr>
          <p:cNvPr id="26" name="TextBox 25">
            <a:extLst>
              <a:ext uri="{FF2B5EF4-FFF2-40B4-BE49-F238E27FC236}">
                <a16:creationId xmlns:a16="http://schemas.microsoft.com/office/drawing/2014/main" id="{16F932DE-C784-2F3F-0164-283B1B5B4A4E}"/>
              </a:ext>
            </a:extLst>
          </p:cNvPr>
          <p:cNvSpPr txBox="1"/>
          <p:nvPr/>
        </p:nvSpPr>
        <p:spPr>
          <a:xfrm>
            <a:off x="5692462" y="2693972"/>
            <a:ext cx="2409634" cy="707886"/>
          </a:xfrm>
          <a:prstGeom prst="rect">
            <a:avLst/>
          </a:prstGeom>
          <a:noFill/>
        </p:spPr>
        <p:txBody>
          <a:bodyPr wrap="none" rtlCol="0">
            <a:spAutoFit/>
          </a:bodyPr>
          <a:lstStyle/>
          <a:p>
            <a:r>
              <a:rPr lang="en-US" sz="4000" dirty="0"/>
              <a:t>Road Map</a:t>
            </a:r>
          </a:p>
        </p:txBody>
      </p:sp>
    </p:spTree>
    <p:extLst>
      <p:ext uri="{BB962C8B-B14F-4D97-AF65-F5344CB8AC3E}">
        <p14:creationId xmlns:p14="http://schemas.microsoft.com/office/powerpoint/2010/main" val="580937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C49FE8-7624-8F05-A6C3-94ACF14DF1C5}"/>
              </a:ext>
            </a:extLst>
          </p:cNvPr>
          <p:cNvSpPr>
            <a:spLocks noGrp="1"/>
          </p:cNvSpPr>
          <p:nvPr>
            <p:ph type="sldNum"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D44D3F4E-7F9B-4AD4-ADA0-3F21E9F7E4F4}" type="slidenum">
              <a:rPr kumimoji="0" lang="en-US" sz="800" b="0" i="0" u="none" strike="noStrike" kern="1200" cap="none" spc="0" normalizeH="0" baseline="0" noProof="0" smtClean="0">
                <a:ln>
                  <a:noFill/>
                </a:ln>
                <a:solidFill>
                  <a:srgbClr val="FFFFFF"/>
                </a:solidFill>
                <a:effectLst/>
                <a:uLnTx/>
                <a:uFillTx/>
                <a:latin typeface="Segoe UI" panose="020B0502040204020203" pitchFamily="34" charset="0"/>
                <a:ea typeface="Yu Gothic"/>
                <a:cs typeface="Segoe UI" panose="020B0502040204020203"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dirty="0">
              <a:ln>
                <a:noFill/>
              </a:ln>
              <a:solidFill>
                <a:srgbClr val="FFFFFF"/>
              </a:solidFill>
              <a:effectLst/>
              <a:uLnTx/>
              <a:uFillTx/>
              <a:latin typeface="Segoe UI" panose="020B0502040204020203" pitchFamily="34" charset="0"/>
              <a:ea typeface="Yu Gothic"/>
              <a:cs typeface="Segoe UI" panose="020B0502040204020203" pitchFamily="34" charset="0"/>
            </a:endParaRPr>
          </a:p>
        </p:txBody>
      </p:sp>
      <p:sp>
        <p:nvSpPr>
          <p:cNvPr id="5" name="Title 4">
            <a:extLst>
              <a:ext uri="{FF2B5EF4-FFF2-40B4-BE49-F238E27FC236}">
                <a16:creationId xmlns:a16="http://schemas.microsoft.com/office/drawing/2014/main" id="{BB0864BA-223B-F35C-9E51-7A79B74DF5F5}"/>
              </a:ext>
            </a:extLst>
          </p:cNvPr>
          <p:cNvSpPr>
            <a:spLocks noGrp="1"/>
          </p:cNvSpPr>
          <p:nvPr>
            <p:ph type="title"/>
          </p:nvPr>
        </p:nvSpPr>
        <p:spPr>
          <a:xfrm>
            <a:off x="809837" y="843830"/>
            <a:ext cx="10515600" cy="691243"/>
          </a:xfrm>
        </p:spPr>
        <p:txBody>
          <a:bodyPr/>
          <a:lstStyle/>
          <a:p>
            <a:r>
              <a:rPr lang="en-US" dirty="0"/>
              <a:t>Genesis in Practice: AI materials discovery loop</a:t>
            </a:r>
          </a:p>
        </p:txBody>
      </p:sp>
      <p:sp>
        <p:nvSpPr>
          <p:cNvPr id="32" name="Oval 33">
            <a:extLst>
              <a:ext uri="{FF2B5EF4-FFF2-40B4-BE49-F238E27FC236}">
                <a16:creationId xmlns:a16="http://schemas.microsoft.com/office/drawing/2014/main" id="{03237BD1-1314-2539-10CE-8440FD69378C}"/>
              </a:ext>
            </a:extLst>
          </p:cNvPr>
          <p:cNvSpPr/>
          <p:nvPr/>
        </p:nvSpPr>
        <p:spPr>
          <a:xfrm>
            <a:off x="5374379" y="3009974"/>
            <a:ext cx="798016" cy="79801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Yu Gothic"/>
              <a:cs typeface="+mn-cs"/>
            </a:endParaRPr>
          </a:p>
        </p:txBody>
      </p:sp>
      <p:pic>
        <p:nvPicPr>
          <p:cNvPr id="33" name="図 7" descr="図形&#10;&#10;AI 生成コンテンツは誤りを含む可能性があります。">
            <a:extLst>
              <a:ext uri="{FF2B5EF4-FFF2-40B4-BE49-F238E27FC236}">
                <a16:creationId xmlns:a16="http://schemas.microsoft.com/office/drawing/2014/main" id="{99E18315-78D0-73EB-6C2D-DD650B8C47EC}"/>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5694759" y="3048141"/>
            <a:ext cx="463566" cy="463566"/>
          </a:xfrm>
          <a:prstGeom prst="rect">
            <a:avLst/>
          </a:prstGeom>
        </p:spPr>
      </p:pic>
      <p:grpSp>
        <p:nvGrpSpPr>
          <p:cNvPr id="34" name="グループ化 8">
            <a:extLst>
              <a:ext uri="{FF2B5EF4-FFF2-40B4-BE49-F238E27FC236}">
                <a16:creationId xmlns:a16="http://schemas.microsoft.com/office/drawing/2014/main" id="{2B44775D-B4DA-4893-F773-5FFBA6544921}"/>
              </a:ext>
            </a:extLst>
          </p:cNvPr>
          <p:cNvGrpSpPr/>
          <p:nvPr/>
        </p:nvGrpSpPr>
        <p:grpSpPr>
          <a:xfrm>
            <a:off x="5393850" y="3151363"/>
            <a:ext cx="601822" cy="555309"/>
            <a:chOff x="1355866" y="4402360"/>
            <a:chExt cx="1442994" cy="1331465"/>
          </a:xfrm>
          <a:solidFill>
            <a:schemeClr val="bg1"/>
          </a:solidFill>
        </p:grpSpPr>
        <p:sp>
          <p:nvSpPr>
            <p:cNvPr id="35" name="台形 9">
              <a:extLst>
                <a:ext uri="{FF2B5EF4-FFF2-40B4-BE49-F238E27FC236}">
                  <a16:creationId xmlns:a16="http://schemas.microsoft.com/office/drawing/2014/main" id="{8F245BC1-D11C-B933-85AD-5A25200C3B5A}"/>
                </a:ext>
              </a:extLst>
            </p:cNvPr>
            <p:cNvSpPr/>
            <p:nvPr/>
          </p:nvSpPr>
          <p:spPr>
            <a:xfrm>
              <a:off x="2170706" y="5216056"/>
              <a:ext cx="524786" cy="318053"/>
            </a:xfrm>
            <a:prstGeom prst="trapezoid">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Segoe UI Semilight"/>
                <a:ea typeface="Yu Gothic"/>
                <a:cs typeface="+mn-cs"/>
              </a:endParaRPr>
            </a:p>
          </p:txBody>
        </p:sp>
        <p:sp>
          <p:nvSpPr>
            <p:cNvPr id="36" name="台形 10">
              <a:extLst>
                <a:ext uri="{FF2B5EF4-FFF2-40B4-BE49-F238E27FC236}">
                  <a16:creationId xmlns:a16="http://schemas.microsoft.com/office/drawing/2014/main" id="{728E452C-A8C4-4E9D-3664-D89112633218}"/>
                </a:ext>
              </a:extLst>
            </p:cNvPr>
            <p:cNvSpPr/>
            <p:nvPr/>
          </p:nvSpPr>
          <p:spPr>
            <a:xfrm rot="19711305">
              <a:off x="2061166" y="4452871"/>
              <a:ext cx="381362" cy="791698"/>
            </a:xfrm>
            <a:prstGeom prst="trapezoid">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Segoe UI Semilight"/>
                <a:ea typeface="Yu Gothic"/>
                <a:cs typeface="+mn-cs"/>
              </a:endParaRPr>
            </a:p>
          </p:txBody>
        </p:sp>
        <p:sp>
          <p:nvSpPr>
            <p:cNvPr id="37" name="台形 11">
              <a:extLst>
                <a:ext uri="{FF2B5EF4-FFF2-40B4-BE49-F238E27FC236}">
                  <a16:creationId xmlns:a16="http://schemas.microsoft.com/office/drawing/2014/main" id="{3C6DFF34-9764-26C1-B99D-B3E50C92AA37}"/>
                </a:ext>
              </a:extLst>
            </p:cNvPr>
            <p:cNvSpPr/>
            <p:nvPr/>
          </p:nvSpPr>
          <p:spPr>
            <a:xfrm rot="13244747">
              <a:off x="1745867" y="4404574"/>
              <a:ext cx="236594" cy="703573"/>
            </a:xfrm>
            <a:prstGeom prst="trapezoid">
              <a:avLst>
                <a:gd name="adj" fmla="val 12896"/>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FFFFFF"/>
                </a:solidFill>
                <a:effectLst/>
                <a:uLnTx/>
                <a:uFillTx/>
                <a:latin typeface="Segoe UI Semilight"/>
                <a:ea typeface="Yu Gothic"/>
                <a:cs typeface="+mn-cs"/>
              </a:endParaRPr>
            </a:p>
          </p:txBody>
        </p:sp>
        <p:sp>
          <p:nvSpPr>
            <p:cNvPr id="38" name="アーチ 12">
              <a:extLst>
                <a:ext uri="{FF2B5EF4-FFF2-40B4-BE49-F238E27FC236}">
                  <a16:creationId xmlns:a16="http://schemas.microsoft.com/office/drawing/2014/main" id="{6F153926-30FF-9FC4-3829-8CA0C465EF4E}"/>
                </a:ext>
              </a:extLst>
            </p:cNvPr>
            <p:cNvSpPr/>
            <p:nvPr/>
          </p:nvSpPr>
          <p:spPr>
            <a:xfrm rot="1899936">
              <a:off x="1355866" y="4944036"/>
              <a:ext cx="398086" cy="441253"/>
            </a:xfrm>
            <a:prstGeom prst="blockArc">
              <a:avLst>
                <a:gd name="adj1" fmla="val 9524819"/>
                <a:gd name="adj2" fmla="val 1278827"/>
                <a:gd name="adj3" fmla="val 35028"/>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64646"/>
                </a:solidFill>
                <a:effectLst/>
                <a:uLnTx/>
                <a:uFillTx/>
                <a:latin typeface="Segoe UI Semilight"/>
                <a:ea typeface="Yu Gothic"/>
                <a:cs typeface="+mn-cs"/>
              </a:endParaRPr>
            </a:p>
          </p:txBody>
        </p:sp>
        <p:sp>
          <p:nvSpPr>
            <p:cNvPr id="39" name="楕円 13">
              <a:extLst>
                <a:ext uri="{FF2B5EF4-FFF2-40B4-BE49-F238E27FC236}">
                  <a16:creationId xmlns:a16="http://schemas.microsoft.com/office/drawing/2014/main" id="{0A714E59-EA6F-1D7C-FB82-2DCA987C8065}"/>
                </a:ext>
              </a:extLst>
            </p:cNvPr>
            <p:cNvSpPr/>
            <p:nvPr/>
          </p:nvSpPr>
          <p:spPr>
            <a:xfrm>
              <a:off x="1903960" y="4402360"/>
              <a:ext cx="282754" cy="282754"/>
            </a:xfrm>
            <a:prstGeom prst="ellipse">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Segoe UI Semilight"/>
                <a:ea typeface="Yu Gothic"/>
                <a:cs typeface="+mn-cs"/>
              </a:endParaRPr>
            </a:p>
          </p:txBody>
        </p:sp>
        <p:sp>
          <p:nvSpPr>
            <p:cNvPr id="40" name="楕円 14">
              <a:extLst>
                <a:ext uri="{FF2B5EF4-FFF2-40B4-BE49-F238E27FC236}">
                  <a16:creationId xmlns:a16="http://schemas.microsoft.com/office/drawing/2014/main" id="{6A856833-F1DB-0FBB-64E6-5173C1D85565}"/>
                </a:ext>
              </a:extLst>
            </p:cNvPr>
            <p:cNvSpPr/>
            <p:nvPr/>
          </p:nvSpPr>
          <p:spPr>
            <a:xfrm>
              <a:off x="2234318" y="4969565"/>
              <a:ext cx="389614" cy="389614"/>
            </a:xfrm>
            <a:prstGeom prst="ellipse">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Segoe UI Semilight"/>
                <a:ea typeface="Yu Gothic"/>
                <a:cs typeface="+mn-cs"/>
              </a:endParaRPr>
            </a:p>
          </p:txBody>
        </p:sp>
        <p:sp>
          <p:nvSpPr>
            <p:cNvPr id="41" name="楕円 15">
              <a:extLst>
                <a:ext uri="{FF2B5EF4-FFF2-40B4-BE49-F238E27FC236}">
                  <a16:creationId xmlns:a16="http://schemas.microsoft.com/office/drawing/2014/main" id="{84952791-F3C8-F6E6-B2C3-FEB0F4996688}"/>
                </a:ext>
              </a:extLst>
            </p:cNvPr>
            <p:cNvSpPr/>
            <p:nvPr/>
          </p:nvSpPr>
          <p:spPr>
            <a:xfrm>
              <a:off x="1552487" y="4885389"/>
              <a:ext cx="215672" cy="215671"/>
            </a:xfrm>
            <a:prstGeom prst="ellipse">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FFFFFF"/>
                </a:solidFill>
                <a:effectLst/>
                <a:uLnTx/>
                <a:uFillTx/>
                <a:latin typeface="Segoe UI Semilight"/>
                <a:ea typeface="Yu Gothic"/>
                <a:cs typeface="+mn-cs"/>
              </a:endParaRPr>
            </a:p>
          </p:txBody>
        </p:sp>
        <p:sp>
          <p:nvSpPr>
            <p:cNvPr id="42" name="四角形: 上の 2 つの角を丸める 16">
              <a:extLst>
                <a:ext uri="{FF2B5EF4-FFF2-40B4-BE49-F238E27FC236}">
                  <a16:creationId xmlns:a16="http://schemas.microsoft.com/office/drawing/2014/main" id="{F5203D6B-78C5-8F53-468A-B3EF2F6B9FBE}"/>
                </a:ext>
              </a:extLst>
            </p:cNvPr>
            <p:cNvSpPr/>
            <p:nvPr/>
          </p:nvSpPr>
          <p:spPr>
            <a:xfrm>
              <a:off x="2083242" y="5495016"/>
              <a:ext cx="715618" cy="238809"/>
            </a:xfrm>
            <a:prstGeom prst="round2SameRect">
              <a:avLst>
                <a:gd name="adj1" fmla="val 50000"/>
                <a:gd name="adj2" fmla="val 0"/>
              </a:avLst>
            </a:prstGeom>
            <a:grp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FFFFFF"/>
                </a:solidFill>
                <a:effectLst/>
                <a:uLnTx/>
                <a:uFillTx/>
                <a:latin typeface="Segoe UI Semilight"/>
                <a:ea typeface="Yu Gothic"/>
                <a:cs typeface="+mn-cs"/>
              </a:endParaRPr>
            </a:p>
          </p:txBody>
        </p:sp>
      </p:grpSp>
      <p:grpSp>
        <p:nvGrpSpPr>
          <p:cNvPr id="60" name="Group 59">
            <a:extLst>
              <a:ext uri="{FF2B5EF4-FFF2-40B4-BE49-F238E27FC236}">
                <a16:creationId xmlns:a16="http://schemas.microsoft.com/office/drawing/2014/main" id="{6F7920A5-FAE9-45D5-05FA-F435B37AC9AB}"/>
              </a:ext>
            </a:extLst>
          </p:cNvPr>
          <p:cNvGrpSpPr/>
          <p:nvPr/>
        </p:nvGrpSpPr>
        <p:grpSpPr>
          <a:xfrm>
            <a:off x="4267540" y="1836963"/>
            <a:ext cx="3027525" cy="3167132"/>
            <a:chOff x="4267540" y="1836963"/>
            <a:chExt cx="3027525" cy="3167132"/>
          </a:xfrm>
        </p:grpSpPr>
        <p:cxnSp>
          <p:nvCxnSpPr>
            <p:cNvPr id="30" name="直線コネクタ 18">
              <a:extLst>
                <a:ext uri="{FF2B5EF4-FFF2-40B4-BE49-F238E27FC236}">
                  <a16:creationId xmlns:a16="http://schemas.microsoft.com/office/drawing/2014/main" id="{E90D02A6-3982-795B-A9CB-6251EEC2942C}"/>
                </a:ext>
              </a:extLst>
            </p:cNvPr>
            <p:cNvCxnSpPr>
              <a:cxnSpLocks/>
            </p:cNvCxnSpPr>
            <p:nvPr/>
          </p:nvCxnSpPr>
          <p:spPr>
            <a:xfrm>
              <a:off x="5433755" y="1836963"/>
              <a:ext cx="368137" cy="13805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直線コネクタ 19">
              <a:extLst>
                <a:ext uri="{FF2B5EF4-FFF2-40B4-BE49-F238E27FC236}">
                  <a16:creationId xmlns:a16="http://schemas.microsoft.com/office/drawing/2014/main" id="{CC8A7E70-496D-267C-A41D-CB7AF0FCB8DF}"/>
                </a:ext>
              </a:extLst>
            </p:cNvPr>
            <p:cNvCxnSpPr>
              <a:cxnSpLocks/>
            </p:cNvCxnSpPr>
            <p:nvPr/>
          </p:nvCxnSpPr>
          <p:spPr>
            <a:xfrm flipH="1">
              <a:off x="5500698" y="1969782"/>
              <a:ext cx="299579" cy="219290"/>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円弧 21">
              <a:extLst>
                <a:ext uri="{FF2B5EF4-FFF2-40B4-BE49-F238E27FC236}">
                  <a16:creationId xmlns:a16="http://schemas.microsoft.com/office/drawing/2014/main" id="{CF71284C-18F2-2312-17B9-1508A538ABAB}"/>
                </a:ext>
              </a:extLst>
            </p:cNvPr>
            <p:cNvSpPr/>
            <p:nvPr/>
          </p:nvSpPr>
          <p:spPr>
            <a:xfrm>
              <a:off x="4267540" y="1976570"/>
              <a:ext cx="3027525" cy="3027525"/>
            </a:xfrm>
            <a:prstGeom prst="arc">
              <a:avLst>
                <a:gd name="adj1" fmla="val 11903165"/>
                <a:gd name="adj2" fmla="val 18682102"/>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464646"/>
                </a:solidFill>
                <a:effectLst/>
                <a:uLnTx/>
                <a:uFillTx/>
                <a:latin typeface="Segoe UI Semilight"/>
                <a:ea typeface="Yu Gothic"/>
                <a:cs typeface="+mn-cs"/>
              </a:endParaRPr>
            </a:p>
          </p:txBody>
        </p:sp>
      </p:grpSp>
      <p:grpSp>
        <p:nvGrpSpPr>
          <p:cNvPr id="61" name="Group 60">
            <a:extLst>
              <a:ext uri="{FF2B5EF4-FFF2-40B4-BE49-F238E27FC236}">
                <a16:creationId xmlns:a16="http://schemas.microsoft.com/office/drawing/2014/main" id="{7DC73B72-31AD-BA22-9C12-06C632E1B8CF}"/>
              </a:ext>
            </a:extLst>
          </p:cNvPr>
          <p:cNvGrpSpPr/>
          <p:nvPr/>
        </p:nvGrpSpPr>
        <p:grpSpPr>
          <a:xfrm>
            <a:off x="4256288" y="1985260"/>
            <a:ext cx="3038787" cy="3027525"/>
            <a:chOff x="4256288" y="1985260"/>
            <a:chExt cx="3038787" cy="3027525"/>
          </a:xfrm>
        </p:grpSpPr>
        <p:sp>
          <p:nvSpPr>
            <p:cNvPr id="8" name="円弧 21">
              <a:extLst>
                <a:ext uri="{FF2B5EF4-FFF2-40B4-BE49-F238E27FC236}">
                  <a16:creationId xmlns:a16="http://schemas.microsoft.com/office/drawing/2014/main" id="{3385BD0E-6586-1CF5-5190-557F81C61712}"/>
                </a:ext>
              </a:extLst>
            </p:cNvPr>
            <p:cNvSpPr/>
            <p:nvPr/>
          </p:nvSpPr>
          <p:spPr>
            <a:xfrm>
              <a:off x="4256288" y="1985260"/>
              <a:ext cx="3027525" cy="3027525"/>
            </a:xfrm>
            <a:prstGeom prst="arc">
              <a:avLst>
                <a:gd name="adj1" fmla="val 20494587"/>
                <a:gd name="adj2" fmla="val 4371482"/>
              </a:avLst>
            </a:prstGeom>
            <a:ln w="571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464646"/>
                </a:solidFill>
                <a:effectLst/>
                <a:uLnTx/>
                <a:uFillTx/>
                <a:latin typeface="Segoe UI Semilight"/>
                <a:ea typeface="Yu Gothic"/>
                <a:cs typeface="+mn-cs"/>
              </a:endParaRPr>
            </a:p>
          </p:txBody>
        </p:sp>
        <p:cxnSp>
          <p:nvCxnSpPr>
            <p:cNvPr id="28" name="直線コネクタ 25">
              <a:extLst>
                <a:ext uri="{FF2B5EF4-FFF2-40B4-BE49-F238E27FC236}">
                  <a16:creationId xmlns:a16="http://schemas.microsoft.com/office/drawing/2014/main" id="{7D86B6EA-8F83-9A07-3192-A90C5AB0DAC7}"/>
                </a:ext>
              </a:extLst>
            </p:cNvPr>
            <p:cNvCxnSpPr>
              <a:cxnSpLocks/>
            </p:cNvCxnSpPr>
            <p:nvPr/>
          </p:nvCxnSpPr>
          <p:spPr>
            <a:xfrm flipH="1">
              <a:off x="6930605" y="4288206"/>
              <a:ext cx="364470" cy="16891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直線コネクタ 26">
              <a:extLst>
                <a:ext uri="{FF2B5EF4-FFF2-40B4-BE49-F238E27FC236}">
                  <a16:creationId xmlns:a16="http://schemas.microsoft.com/office/drawing/2014/main" id="{E25063CB-CA02-521F-A676-9B949BDF7B70}"/>
                </a:ext>
              </a:extLst>
            </p:cNvPr>
            <p:cNvCxnSpPr>
              <a:cxnSpLocks/>
            </p:cNvCxnSpPr>
            <p:nvPr/>
          </p:nvCxnSpPr>
          <p:spPr>
            <a:xfrm flipV="1">
              <a:off x="6949575" y="4081264"/>
              <a:ext cx="29148" cy="37586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820385CB-ACB6-2549-9885-ABC403679823}"/>
              </a:ext>
            </a:extLst>
          </p:cNvPr>
          <p:cNvGrpSpPr/>
          <p:nvPr/>
        </p:nvGrpSpPr>
        <p:grpSpPr>
          <a:xfrm>
            <a:off x="4416423" y="4513105"/>
            <a:ext cx="2850093" cy="1554746"/>
            <a:chOff x="4416423" y="4513105"/>
            <a:chExt cx="2850093" cy="1554746"/>
          </a:xfrm>
        </p:grpSpPr>
        <p:pic>
          <p:nvPicPr>
            <p:cNvPr id="9" name="図 3">
              <a:extLst>
                <a:ext uri="{FF2B5EF4-FFF2-40B4-BE49-F238E27FC236}">
                  <a16:creationId xmlns:a16="http://schemas.microsoft.com/office/drawing/2014/main" id="{C9FABBF2-9847-E8BA-7D10-872FF97A223D}"/>
                </a:ext>
              </a:extLst>
            </p:cNvPr>
            <p:cNvPicPr>
              <a:picLocks noChangeAspect="1"/>
            </p:cNvPicPr>
            <p:nvPr/>
          </p:nvPicPr>
          <p:blipFill>
            <a:blip r:embed="rId5"/>
            <a:stretch>
              <a:fillRect/>
            </a:stretch>
          </p:blipFill>
          <p:spPr>
            <a:xfrm>
              <a:off x="5444656" y="4513105"/>
              <a:ext cx="808166" cy="979811"/>
            </a:xfrm>
            <a:prstGeom prst="rect">
              <a:avLst/>
            </a:prstGeom>
          </p:spPr>
        </p:pic>
        <p:sp>
          <p:nvSpPr>
            <p:cNvPr id="13" name="テキスト ボックス 27">
              <a:extLst>
                <a:ext uri="{FF2B5EF4-FFF2-40B4-BE49-F238E27FC236}">
                  <a16:creationId xmlns:a16="http://schemas.microsoft.com/office/drawing/2014/main" id="{45DA5ABB-0271-AD5D-F3B2-38D2C7941675}"/>
                </a:ext>
              </a:extLst>
            </p:cNvPr>
            <p:cNvSpPr txBox="1"/>
            <p:nvPr/>
          </p:nvSpPr>
          <p:spPr>
            <a:xfrm>
              <a:off x="4416423" y="5304153"/>
              <a:ext cx="2850093" cy="763698"/>
            </a:xfrm>
            <a:prstGeom prst="rect">
              <a:avLst/>
            </a:prstGeom>
            <a:noFill/>
            <a:ln w="28575">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altLang="ja-JP" sz="2400" b="1" i="0" u="none" strike="noStrike" kern="1200" cap="none" spc="0" normalizeH="0" baseline="0" noProof="0" dirty="0">
                  <a:ln>
                    <a:noFill/>
                  </a:ln>
                  <a:solidFill>
                    <a:srgbClr val="64A70B"/>
                  </a:solidFill>
                  <a:effectLst/>
                  <a:uLnTx/>
                  <a:uFillTx/>
                  <a:latin typeface="Segoe UI Semilight"/>
                  <a:ea typeface="Yu Gothic"/>
                  <a:cs typeface="+mn-cs"/>
                </a:rPr>
                <a:t>Predict a recipe for ideal material</a:t>
              </a:r>
              <a:endParaRPr kumimoji="1" lang="en-US" altLang="ja-JP" sz="2400" b="1" i="0" u="none" strike="noStrike" kern="1200" cap="none" spc="0" normalizeH="0" baseline="0" noProof="0" dirty="0">
                <a:ln>
                  <a:noFill/>
                </a:ln>
                <a:solidFill>
                  <a:srgbClr val="64A70B"/>
                </a:solidFill>
                <a:effectLst/>
                <a:uLnTx/>
                <a:uFillTx/>
                <a:latin typeface="Segoe UI Semilight"/>
                <a:ea typeface="Yu Gothic"/>
                <a:cs typeface="+mn-cs"/>
              </a:endParaRPr>
            </a:p>
          </p:txBody>
        </p:sp>
      </p:grpSp>
      <p:grpSp>
        <p:nvGrpSpPr>
          <p:cNvPr id="59" name="Group 58">
            <a:extLst>
              <a:ext uri="{FF2B5EF4-FFF2-40B4-BE49-F238E27FC236}">
                <a16:creationId xmlns:a16="http://schemas.microsoft.com/office/drawing/2014/main" id="{22AB3746-D776-419E-7FE0-E9386F271B5D}"/>
              </a:ext>
            </a:extLst>
          </p:cNvPr>
          <p:cNvGrpSpPr/>
          <p:nvPr/>
        </p:nvGrpSpPr>
        <p:grpSpPr>
          <a:xfrm>
            <a:off x="4267540" y="1976570"/>
            <a:ext cx="3027525" cy="3027525"/>
            <a:chOff x="4267540" y="1976570"/>
            <a:chExt cx="3027525" cy="3027525"/>
          </a:xfrm>
        </p:grpSpPr>
        <p:sp>
          <p:nvSpPr>
            <p:cNvPr id="25" name="円弧 22">
              <a:extLst>
                <a:ext uri="{FF2B5EF4-FFF2-40B4-BE49-F238E27FC236}">
                  <a16:creationId xmlns:a16="http://schemas.microsoft.com/office/drawing/2014/main" id="{10076CB6-C6FA-FAA1-E331-A9906A672BFE}"/>
                </a:ext>
              </a:extLst>
            </p:cNvPr>
            <p:cNvSpPr/>
            <p:nvPr/>
          </p:nvSpPr>
          <p:spPr>
            <a:xfrm>
              <a:off x="4267540" y="1976570"/>
              <a:ext cx="3027525" cy="3027525"/>
            </a:xfrm>
            <a:prstGeom prst="arc">
              <a:avLst>
                <a:gd name="adj1" fmla="val 5885985"/>
                <a:gd name="adj2" fmla="val 11532286"/>
              </a:avLst>
            </a:prstGeom>
            <a:ln w="571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464646"/>
                </a:solidFill>
                <a:effectLst/>
                <a:uLnTx/>
                <a:uFillTx/>
                <a:latin typeface="Segoe UI Semilight"/>
                <a:ea typeface="Yu Gothic"/>
                <a:cs typeface="+mn-cs"/>
              </a:endParaRPr>
            </a:p>
          </p:txBody>
        </p:sp>
        <p:cxnSp>
          <p:nvCxnSpPr>
            <p:cNvPr id="27" name="直線コネクタ 24">
              <a:extLst>
                <a:ext uri="{FF2B5EF4-FFF2-40B4-BE49-F238E27FC236}">
                  <a16:creationId xmlns:a16="http://schemas.microsoft.com/office/drawing/2014/main" id="{C303B11E-B4A7-0E7B-ABC7-BB3266D11515}"/>
                </a:ext>
              </a:extLst>
            </p:cNvPr>
            <p:cNvCxnSpPr>
              <a:cxnSpLocks/>
            </p:cNvCxnSpPr>
            <p:nvPr/>
          </p:nvCxnSpPr>
          <p:spPr>
            <a:xfrm flipH="1" flipV="1">
              <a:off x="4469015" y="4228501"/>
              <a:ext cx="61791" cy="424585"/>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直線コネクタ 29">
              <a:extLst>
                <a:ext uri="{FF2B5EF4-FFF2-40B4-BE49-F238E27FC236}">
                  <a16:creationId xmlns:a16="http://schemas.microsoft.com/office/drawing/2014/main" id="{F0731FFE-825F-F0E8-5405-A7701F04201E}"/>
                </a:ext>
              </a:extLst>
            </p:cNvPr>
            <p:cNvCxnSpPr>
              <a:cxnSpLocks/>
            </p:cNvCxnSpPr>
            <p:nvPr/>
          </p:nvCxnSpPr>
          <p:spPr>
            <a:xfrm>
              <a:off x="4466482" y="4236525"/>
              <a:ext cx="366452" cy="229373"/>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16" name="テキスト プレースホルダー 3">
            <a:extLst>
              <a:ext uri="{FF2B5EF4-FFF2-40B4-BE49-F238E27FC236}">
                <a16:creationId xmlns:a16="http://schemas.microsoft.com/office/drawing/2014/main" id="{E112169A-F6CC-EF7B-3854-104C43DB3F60}"/>
              </a:ext>
            </a:extLst>
          </p:cNvPr>
          <p:cNvSpPr txBox="1">
            <a:spLocks/>
          </p:cNvSpPr>
          <p:nvPr/>
        </p:nvSpPr>
        <p:spPr>
          <a:xfrm>
            <a:off x="4410553" y="3631971"/>
            <a:ext cx="2876374" cy="525103"/>
          </a:xfrm>
          <a:prstGeom prst="rect">
            <a:avLst/>
          </a:prstGeom>
        </p:spPr>
        <p:txBody>
          <a:bodyPr anchor="ctr">
            <a:noAutofit/>
          </a:bodyPr>
          <a:lstStyle>
            <a:lvl1pPr marL="274313" indent="-274313" algn="l" defTabSz="685783" rtl="0" eaLnBrk="1" latinLnBrk="0" hangingPunct="1">
              <a:lnSpc>
                <a:spcPct val="110000"/>
              </a:lnSpc>
              <a:spcBef>
                <a:spcPts val="751"/>
              </a:spcBef>
              <a:spcAft>
                <a:spcPts val="0"/>
              </a:spcAft>
              <a:buClr>
                <a:srgbClr val="009CDE"/>
              </a:buClr>
              <a:buFont typeface="Wingdings" pitchFamily="2" charset="2"/>
              <a:buChar char="§"/>
              <a:tabLst/>
              <a:defRPr kumimoji="1" sz="3200" kern="1200" baseline="0">
                <a:solidFill>
                  <a:schemeClr val="tx1"/>
                </a:solidFill>
                <a:latin typeface="+mn-ea"/>
                <a:ea typeface="+mn-ea"/>
                <a:cs typeface="+mn-cs"/>
              </a:defRPr>
            </a:lvl1pPr>
            <a:lvl2pPr marL="548626" indent="-274313" algn="l" defTabSz="685783" rtl="0" eaLnBrk="1" latinLnBrk="0" hangingPunct="1">
              <a:lnSpc>
                <a:spcPct val="110000"/>
              </a:lnSpc>
              <a:spcBef>
                <a:spcPts val="751"/>
              </a:spcBef>
              <a:spcAft>
                <a:spcPts val="0"/>
              </a:spcAft>
              <a:buClr>
                <a:srgbClr val="009CDE"/>
              </a:buClr>
              <a:buFont typeface="Calibri" panose="020F0502020204030204" pitchFamily="34" charset="0"/>
              <a:buChar char="◦"/>
              <a:defRPr kumimoji="1" sz="3200" kern="1200">
                <a:solidFill>
                  <a:srgbClr val="464646"/>
                </a:solidFill>
                <a:latin typeface="+mn-ea"/>
                <a:ea typeface="+mn-ea"/>
                <a:cs typeface="+mn-cs"/>
              </a:defRPr>
            </a:lvl2pPr>
            <a:lvl3pPr marL="822939" indent="-274313" algn="l" defTabSz="685783" rtl="0" eaLnBrk="1" latinLnBrk="0" hangingPunct="1">
              <a:lnSpc>
                <a:spcPct val="110000"/>
              </a:lnSpc>
              <a:spcBef>
                <a:spcPts val="751"/>
              </a:spcBef>
              <a:spcAft>
                <a:spcPts val="0"/>
              </a:spcAft>
              <a:buClr>
                <a:srgbClr val="009CDE"/>
              </a:buClr>
              <a:buFont typeface="Courier New" panose="02070309020205020404" pitchFamily="49" charset="0"/>
              <a:buChar char="o"/>
              <a:defRPr kumimoji="1" sz="3200" u="none" kern="1200" baseline="0">
                <a:solidFill>
                  <a:srgbClr val="464646"/>
                </a:solidFill>
                <a:latin typeface="+mn-ea"/>
                <a:ea typeface="+mn-ea"/>
                <a:cs typeface="+mn-cs"/>
              </a:defRPr>
            </a:lvl3pPr>
            <a:lvl4pPr marL="1097253" indent="-274313" algn="l" defTabSz="685783" rtl="0" eaLnBrk="1" latinLnBrk="0" hangingPunct="1">
              <a:lnSpc>
                <a:spcPct val="110000"/>
              </a:lnSpc>
              <a:spcBef>
                <a:spcPts val="751"/>
              </a:spcBef>
              <a:spcAft>
                <a:spcPts val="0"/>
              </a:spcAft>
              <a:buClr>
                <a:srgbClr val="009CDE"/>
              </a:buClr>
              <a:buFont typeface="Roboto" panose="02000000000000000000" pitchFamily="2" charset="0"/>
              <a:buChar char="−"/>
              <a:defRPr kumimoji="1" sz="3000" kern="1200">
                <a:solidFill>
                  <a:srgbClr val="464646"/>
                </a:solidFill>
                <a:latin typeface="+mn-ea"/>
                <a:ea typeface="+mn-ea"/>
                <a:cs typeface="+mn-cs"/>
              </a:defRPr>
            </a:lvl4pPr>
            <a:lvl5pPr marL="1097253" marR="0" indent="0" algn="l" defTabSz="685783" rtl="0" eaLnBrk="1" fontAlgn="auto" latinLnBrk="0" hangingPunct="1">
              <a:lnSpc>
                <a:spcPct val="110000"/>
              </a:lnSpc>
              <a:spcBef>
                <a:spcPts val="751"/>
              </a:spcBef>
              <a:spcAft>
                <a:spcPts val="0"/>
              </a:spcAft>
              <a:buClrTx/>
              <a:buSzTx/>
              <a:buFont typeface="Roboto" panose="02000000000000000000" pitchFamily="2" charset="0"/>
              <a:buNone/>
              <a:tabLst/>
              <a:defRPr kumimoji="1" sz="3000" kern="1200">
                <a:solidFill>
                  <a:srgbClr val="464646"/>
                </a:solidFill>
                <a:latin typeface="+mn-ea"/>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kumimoji="1"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kumimoji="1"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kumimoji="1"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kumimoji="1" sz="1351" kern="1200">
                <a:solidFill>
                  <a:schemeClr val="tx1"/>
                </a:solidFill>
                <a:latin typeface="+mn-lt"/>
                <a:ea typeface="+mn-ea"/>
                <a:cs typeface="+mn-cs"/>
              </a:defRPr>
            </a:lvl9pPr>
          </a:lstStyle>
          <a:p>
            <a:pPr marL="0" marR="0" lvl="0" indent="0" algn="ctr" defTabSz="685783" rtl="0" eaLnBrk="1" fontAlgn="auto" latinLnBrk="0" hangingPunct="1">
              <a:lnSpc>
                <a:spcPct val="110000"/>
              </a:lnSpc>
              <a:spcBef>
                <a:spcPts val="751"/>
              </a:spcBef>
              <a:spcAft>
                <a:spcPts val="0"/>
              </a:spcAft>
              <a:buClr>
                <a:srgbClr val="009CDE"/>
              </a:buClr>
              <a:buSzTx/>
              <a:buFont typeface="Wingdings" pitchFamily="2" charset="2"/>
              <a:buNone/>
              <a:tabLst/>
              <a:defRPr/>
            </a:pPr>
            <a:r>
              <a:rPr kumimoji="1" lang="en-US" altLang="ja-JP" sz="1800" b="1" i="0" u="none" strike="noStrike" kern="1200" cap="none" spc="0" normalizeH="0" baseline="0" noProof="0" dirty="0">
                <a:ln>
                  <a:noFill/>
                </a:ln>
                <a:solidFill>
                  <a:srgbClr val="041E42"/>
                </a:solidFill>
                <a:effectLst/>
                <a:uLnTx/>
                <a:uFillTx/>
                <a:latin typeface="Segoe UI Semilight"/>
                <a:ea typeface="Yu Gothic"/>
                <a:cs typeface="+mn-cs"/>
              </a:rPr>
              <a:t>Autonomous cycle</a:t>
            </a:r>
            <a:endParaRPr kumimoji="1" lang="en-US" altLang="ja-JP" sz="1800" b="0" i="0" u="none" strike="noStrike" kern="1200" cap="none" spc="0" normalizeH="0" baseline="0" noProof="0" dirty="0">
              <a:ln>
                <a:noFill/>
              </a:ln>
              <a:solidFill>
                <a:srgbClr val="041E42"/>
              </a:solidFill>
              <a:effectLst/>
              <a:uLnTx/>
              <a:uFillTx/>
              <a:latin typeface="Segoe UI Semilight"/>
              <a:ea typeface="Yu Gothic"/>
              <a:cs typeface="+mn-cs"/>
            </a:endParaRPr>
          </a:p>
        </p:txBody>
      </p:sp>
      <p:grpSp>
        <p:nvGrpSpPr>
          <p:cNvPr id="55" name="Group 54">
            <a:extLst>
              <a:ext uri="{FF2B5EF4-FFF2-40B4-BE49-F238E27FC236}">
                <a16:creationId xmlns:a16="http://schemas.microsoft.com/office/drawing/2014/main" id="{1380AA36-E446-A0BB-72DD-68ABEDCC25E9}"/>
              </a:ext>
            </a:extLst>
          </p:cNvPr>
          <p:cNvGrpSpPr/>
          <p:nvPr/>
        </p:nvGrpSpPr>
        <p:grpSpPr>
          <a:xfrm>
            <a:off x="2169869" y="2452418"/>
            <a:ext cx="2516388" cy="1422871"/>
            <a:chOff x="2169869" y="2452418"/>
            <a:chExt cx="2516388" cy="1422871"/>
          </a:xfrm>
        </p:grpSpPr>
        <p:sp>
          <p:nvSpPr>
            <p:cNvPr id="17" name="テキスト ボックス 31">
              <a:extLst>
                <a:ext uri="{FF2B5EF4-FFF2-40B4-BE49-F238E27FC236}">
                  <a16:creationId xmlns:a16="http://schemas.microsoft.com/office/drawing/2014/main" id="{74ED9891-0A05-F0C4-1EAA-DD3CCF43574B}"/>
                </a:ext>
              </a:extLst>
            </p:cNvPr>
            <p:cNvSpPr txBox="1"/>
            <p:nvPr/>
          </p:nvSpPr>
          <p:spPr>
            <a:xfrm>
              <a:off x="2169869" y="3044292"/>
              <a:ext cx="1826074" cy="830997"/>
            </a:xfrm>
            <a:prstGeom prst="rect">
              <a:avLst/>
            </a:prstGeom>
            <a:noFill/>
            <a:ln w="28575">
              <a:noFill/>
            </a:ln>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ja-JP" sz="2400" b="1" i="0" u="none" strike="noStrike" kern="1200" cap="none" spc="0" normalizeH="0" baseline="0" noProof="0" dirty="0">
                  <a:ln>
                    <a:noFill/>
                  </a:ln>
                  <a:solidFill>
                    <a:srgbClr val="FF6720"/>
                  </a:solidFill>
                  <a:effectLst/>
                  <a:uLnTx/>
                  <a:uFillTx/>
                  <a:latin typeface="Segoe UI Semilight"/>
                  <a:ea typeface="Yu Gothic"/>
                  <a:cs typeface="+mn-cs"/>
                </a:rPr>
                <a:t>Synthesize candidates</a:t>
              </a:r>
              <a:endParaRPr kumimoji="1" lang="ja-JP" altLang="en-US" sz="2400" b="1" i="0" u="none" strike="noStrike" kern="1200" cap="none" spc="0" normalizeH="0" baseline="0" noProof="0" dirty="0">
                <a:ln>
                  <a:noFill/>
                </a:ln>
                <a:solidFill>
                  <a:srgbClr val="FF6720"/>
                </a:solidFill>
                <a:effectLst/>
                <a:uLnTx/>
                <a:uFillTx/>
                <a:latin typeface="Segoe UI Semilight"/>
                <a:ea typeface="Yu Gothic"/>
                <a:cs typeface="+mn-cs"/>
              </a:endParaRPr>
            </a:p>
          </p:txBody>
        </p:sp>
        <p:sp>
          <p:nvSpPr>
            <p:cNvPr id="22" name="Oval 33">
              <a:extLst>
                <a:ext uri="{FF2B5EF4-FFF2-40B4-BE49-F238E27FC236}">
                  <a16:creationId xmlns:a16="http://schemas.microsoft.com/office/drawing/2014/main" id="{279EC937-E116-6EF9-28DD-12A768A0262A}"/>
                </a:ext>
              </a:extLst>
            </p:cNvPr>
            <p:cNvSpPr/>
            <p:nvPr/>
          </p:nvSpPr>
          <p:spPr>
            <a:xfrm>
              <a:off x="3885306" y="2455353"/>
              <a:ext cx="798016" cy="798015"/>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Yu Gothic"/>
                <a:cs typeface="+mn-cs"/>
              </a:endParaRPr>
            </a:p>
          </p:txBody>
        </p:sp>
        <p:pic>
          <p:nvPicPr>
            <p:cNvPr id="23" name="Graphic 22" descr="Atom with solid fill">
              <a:extLst>
                <a:ext uri="{FF2B5EF4-FFF2-40B4-BE49-F238E27FC236}">
                  <a16:creationId xmlns:a16="http://schemas.microsoft.com/office/drawing/2014/main" id="{8CE6AB39-8477-9D8D-E8CA-E30C5D4FFCA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82371" y="2452418"/>
              <a:ext cx="803886" cy="803885"/>
            </a:xfrm>
            <a:prstGeom prst="rect">
              <a:avLst/>
            </a:prstGeom>
          </p:spPr>
        </p:pic>
      </p:grpSp>
      <p:sp>
        <p:nvSpPr>
          <p:cNvPr id="53" name="テキスト ボックス 28">
            <a:extLst>
              <a:ext uri="{FF2B5EF4-FFF2-40B4-BE49-F238E27FC236}">
                <a16:creationId xmlns:a16="http://schemas.microsoft.com/office/drawing/2014/main" id="{53E1E309-51B5-910A-CD80-1545DDA09D76}"/>
              </a:ext>
            </a:extLst>
          </p:cNvPr>
          <p:cNvSpPr txBox="1"/>
          <p:nvPr/>
        </p:nvSpPr>
        <p:spPr>
          <a:xfrm>
            <a:off x="7212841" y="4288206"/>
            <a:ext cx="2078701" cy="523220"/>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800" b="0" i="0" u="sng" strike="noStrike" kern="1200" cap="none" spc="0" normalizeH="0" baseline="0" noProof="0" dirty="0">
                <a:ln>
                  <a:noFill/>
                </a:ln>
                <a:solidFill>
                  <a:srgbClr val="FFFFFF"/>
                </a:solidFill>
                <a:effectLst/>
                <a:uLnTx/>
                <a:uFillTx/>
                <a:latin typeface="Segoe UI Semibold" panose="020B0702040204020203" pitchFamily="34" charset="0"/>
                <a:ea typeface="Yu Gothic"/>
                <a:cs typeface="Segoe UI Semibold" panose="020B0702040204020203" pitchFamily="34" charset="0"/>
              </a:rPr>
              <a:t>Learn</a:t>
            </a:r>
            <a:endParaRPr kumimoji="1" lang="ja-JP" altLang="en-US" sz="2800" b="0" i="0" u="sng" strike="noStrike" kern="1200" cap="none" spc="0" normalizeH="0" baseline="0" noProof="0" dirty="0">
              <a:ln>
                <a:noFill/>
              </a:ln>
              <a:solidFill>
                <a:srgbClr val="FFFFFF"/>
              </a:solidFill>
              <a:effectLst/>
              <a:uLnTx/>
              <a:uFillTx/>
              <a:latin typeface="Segoe UI Semibold" panose="020B0702040204020203" pitchFamily="34" charset="0"/>
              <a:ea typeface="Yu Gothic"/>
              <a:cs typeface="Segoe UI Semibold" panose="020B0702040204020203" pitchFamily="34" charset="0"/>
            </a:endParaRPr>
          </a:p>
        </p:txBody>
      </p:sp>
      <p:sp>
        <p:nvSpPr>
          <p:cNvPr id="20" name="Oval 33">
            <a:extLst>
              <a:ext uri="{FF2B5EF4-FFF2-40B4-BE49-F238E27FC236}">
                <a16:creationId xmlns:a16="http://schemas.microsoft.com/office/drawing/2014/main" id="{B01906D6-6A6A-94B7-BEA4-E65EB72A932B}"/>
              </a:ext>
            </a:extLst>
          </p:cNvPr>
          <p:cNvSpPr/>
          <p:nvPr/>
        </p:nvSpPr>
        <p:spPr>
          <a:xfrm>
            <a:off x="6621257" y="2261313"/>
            <a:ext cx="798016" cy="798016"/>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Yu Gothic"/>
              <a:cs typeface="+mn-cs"/>
            </a:endParaRPr>
          </a:p>
        </p:txBody>
      </p:sp>
      <p:grpSp>
        <p:nvGrpSpPr>
          <p:cNvPr id="6" name="Group 5">
            <a:extLst>
              <a:ext uri="{FF2B5EF4-FFF2-40B4-BE49-F238E27FC236}">
                <a16:creationId xmlns:a16="http://schemas.microsoft.com/office/drawing/2014/main" id="{706F4CBC-801E-EDCF-6758-6E9E21661FAB}"/>
              </a:ext>
            </a:extLst>
          </p:cNvPr>
          <p:cNvGrpSpPr/>
          <p:nvPr/>
        </p:nvGrpSpPr>
        <p:grpSpPr>
          <a:xfrm>
            <a:off x="6680805" y="1884980"/>
            <a:ext cx="3319706" cy="1092954"/>
            <a:chOff x="6680805" y="1884980"/>
            <a:chExt cx="3319706" cy="1092954"/>
          </a:xfrm>
        </p:grpSpPr>
        <p:sp>
          <p:nvSpPr>
            <p:cNvPr id="14" name="テキスト ボックス 28">
              <a:extLst>
                <a:ext uri="{FF2B5EF4-FFF2-40B4-BE49-F238E27FC236}">
                  <a16:creationId xmlns:a16="http://schemas.microsoft.com/office/drawing/2014/main" id="{34DB952B-5162-1D6F-9F1C-756C86BBC2F0}"/>
                </a:ext>
              </a:extLst>
            </p:cNvPr>
            <p:cNvSpPr txBox="1"/>
            <p:nvPr/>
          </p:nvSpPr>
          <p:spPr>
            <a:xfrm>
              <a:off x="7403523" y="1884980"/>
              <a:ext cx="2596988" cy="830997"/>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400" b="1" i="0" u="none" strike="noStrike" kern="1200" cap="none" spc="0" normalizeH="0" baseline="0" noProof="0" dirty="0">
                  <a:ln>
                    <a:noFill/>
                  </a:ln>
                  <a:solidFill>
                    <a:srgbClr val="009CDE"/>
                  </a:solidFill>
                  <a:effectLst/>
                  <a:uLnTx/>
                  <a:uFillTx/>
                  <a:latin typeface="Segoe UI Semilight"/>
                  <a:ea typeface="Yu Gothic"/>
                  <a:cs typeface="+mn-cs"/>
                </a:rPr>
                <a:t>Check the actual material structure</a:t>
              </a:r>
              <a:endParaRPr kumimoji="1" lang="ja-JP" altLang="en-US" sz="2400" b="1" i="0" u="none" strike="noStrike" kern="1200" cap="none" spc="0" normalizeH="0" baseline="0" noProof="0" dirty="0">
                <a:ln>
                  <a:noFill/>
                </a:ln>
                <a:solidFill>
                  <a:srgbClr val="009CDE"/>
                </a:solidFill>
                <a:effectLst/>
                <a:uLnTx/>
                <a:uFillTx/>
                <a:latin typeface="Segoe UI Semilight"/>
                <a:ea typeface="Yu Gothic"/>
                <a:cs typeface="+mn-cs"/>
              </a:endParaRPr>
            </a:p>
          </p:txBody>
        </p:sp>
        <p:pic>
          <p:nvPicPr>
            <p:cNvPr id="21" name="Graphic 20" descr="Microscope with solid fill">
              <a:extLst>
                <a:ext uri="{FF2B5EF4-FFF2-40B4-BE49-F238E27FC236}">
                  <a16:creationId xmlns:a16="http://schemas.microsoft.com/office/drawing/2014/main" id="{3C7663D4-D865-E048-974A-9F01C2AD78DE}"/>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6680805" y="2291855"/>
              <a:ext cx="686079" cy="686079"/>
            </a:xfrm>
            <a:prstGeom prst="rect">
              <a:avLst/>
            </a:prstGeom>
          </p:spPr>
        </p:pic>
      </p:grpSp>
      <p:pic>
        <p:nvPicPr>
          <p:cNvPr id="50" name="Picture 49">
            <a:extLst>
              <a:ext uri="{FF2B5EF4-FFF2-40B4-BE49-F238E27FC236}">
                <a16:creationId xmlns:a16="http://schemas.microsoft.com/office/drawing/2014/main" id="{F37DB58D-E0D7-9CB0-1465-91C5C82CA7F6}"/>
              </a:ext>
            </a:extLst>
          </p:cNvPr>
          <p:cNvPicPr>
            <a:picLocks noChangeAspect="1"/>
          </p:cNvPicPr>
          <p:nvPr/>
        </p:nvPicPr>
        <p:blipFill>
          <a:blip r:embed="rId8" cstate="screen">
            <a:extLst>
              <a:ext uri="{BEBA8EAE-BF5A-486C-A8C5-ECC9F3942E4B}">
                <a14:imgProps xmlns:a14="http://schemas.microsoft.com/office/drawing/2010/main">
                  <a14:imgLayer r:embed="rId9">
                    <a14:imgEffect>
                      <a14:backgroundRemoval t="10000" b="90000" l="10000" r="90000"/>
                    </a14:imgEffect>
                  </a14:imgLayer>
                </a14:imgProps>
              </a:ext>
              <a:ext uri="{28A0092B-C50C-407E-A947-70E740481C1C}">
                <a14:useLocalDpi xmlns:a14="http://schemas.microsoft.com/office/drawing/2010/main"/>
              </a:ext>
            </a:extLst>
          </a:blip>
          <a:stretch>
            <a:fillRect/>
          </a:stretch>
        </p:blipFill>
        <p:spPr>
          <a:xfrm rot="20869218">
            <a:off x="8443132" y="2537325"/>
            <a:ext cx="2185564" cy="1596486"/>
          </a:xfrm>
          <a:prstGeom prst="rect">
            <a:avLst/>
          </a:prstGeom>
        </p:spPr>
      </p:pic>
      <p:pic>
        <p:nvPicPr>
          <p:cNvPr id="63" name="Picture 62">
            <a:extLst>
              <a:ext uri="{FF2B5EF4-FFF2-40B4-BE49-F238E27FC236}">
                <a16:creationId xmlns:a16="http://schemas.microsoft.com/office/drawing/2014/main" id="{5D833FD2-950D-02F7-2BC2-9DB3DA1D5171}"/>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9826131" y="3704120"/>
            <a:ext cx="1975593" cy="2469491"/>
          </a:xfrm>
          <a:prstGeom prst="rect">
            <a:avLst/>
          </a:prstGeom>
        </p:spPr>
      </p:pic>
      <p:sp>
        <p:nvSpPr>
          <p:cNvPr id="3" name="テキスト ボックス 28">
            <a:extLst>
              <a:ext uri="{FF2B5EF4-FFF2-40B4-BE49-F238E27FC236}">
                <a16:creationId xmlns:a16="http://schemas.microsoft.com/office/drawing/2014/main" id="{A99F5FDD-10A6-EF5C-B92E-AD58F227346E}"/>
              </a:ext>
            </a:extLst>
          </p:cNvPr>
          <p:cNvSpPr txBox="1"/>
          <p:nvPr/>
        </p:nvSpPr>
        <p:spPr>
          <a:xfrm>
            <a:off x="3119732" y="4272327"/>
            <a:ext cx="2078701" cy="523220"/>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800" b="0" i="0" u="sng" strike="noStrike" kern="1200" cap="none" spc="0" normalizeH="0" baseline="0" noProof="0" dirty="0">
                <a:ln>
                  <a:noFill/>
                </a:ln>
                <a:solidFill>
                  <a:srgbClr val="FFFFFF"/>
                </a:solidFill>
                <a:effectLst/>
                <a:uLnTx/>
                <a:uFillTx/>
                <a:latin typeface="Segoe UI Semibold" panose="020B0702040204020203" pitchFamily="34" charset="0"/>
                <a:ea typeface="Yu Gothic"/>
                <a:cs typeface="Segoe UI Semibold" panose="020B0702040204020203" pitchFamily="34" charset="0"/>
              </a:rPr>
              <a:t>Guide</a:t>
            </a:r>
            <a:endParaRPr kumimoji="1" lang="ja-JP" altLang="en-US" sz="2800" b="0" i="0" u="sng" strike="noStrike" kern="1200" cap="none" spc="0" normalizeH="0" baseline="0" noProof="0" dirty="0">
              <a:ln>
                <a:noFill/>
              </a:ln>
              <a:solidFill>
                <a:srgbClr val="FFFFFF"/>
              </a:solidFill>
              <a:effectLst/>
              <a:uLnTx/>
              <a:uFillTx/>
              <a:latin typeface="Segoe UI Semibold" panose="020B0702040204020203" pitchFamily="34" charset="0"/>
              <a:ea typeface="Yu Gothic"/>
              <a:cs typeface="Segoe UI Semibold" panose="020B0702040204020203" pitchFamily="34" charset="0"/>
            </a:endParaRPr>
          </a:p>
        </p:txBody>
      </p:sp>
      <p:sp>
        <p:nvSpPr>
          <p:cNvPr id="4" name="テキスト ボックス 28">
            <a:extLst>
              <a:ext uri="{FF2B5EF4-FFF2-40B4-BE49-F238E27FC236}">
                <a16:creationId xmlns:a16="http://schemas.microsoft.com/office/drawing/2014/main" id="{F2A3D146-6FF5-6407-170E-3E1E158B674B}"/>
              </a:ext>
            </a:extLst>
          </p:cNvPr>
          <p:cNvSpPr txBox="1"/>
          <p:nvPr/>
        </p:nvSpPr>
        <p:spPr>
          <a:xfrm>
            <a:off x="4159082" y="1549926"/>
            <a:ext cx="2078701" cy="523220"/>
          </a:xfrm>
          <a:prstGeom prst="rect">
            <a:avLst/>
          </a:prstGeom>
          <a:noFill/>
          <a:ln w="28575">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800" b="0" i="0" u="sng" strike="noStrike" kern="1200" cap="none" spc="0" normalizeH="0" baseline="0" noProof="0" dirty="0">
                <a:ln>
                  <a:noFill/>
                </a:ln>
                <a:solidFill>
                  <a:srgbClr val="FFFFFF"/>
                </a:solidFill>
                <a:effectLst/>
                <a:uLnTx/>
                <a:uFillTx/>
                <a:latin typeface="Segoe UI Semibold" panose="020B0702040204020203" pitchFamily="34" charset="0"/>
                <a:ea typeface="Yu Gothic"/>
                <a:cs typeface="Segoe UI Semibold" panose="020B0702040204020203" pitchFamily="34" charset="0"/>
              </a:rPr>
              <a:t>Verify</a:t>
            </a:r>
            <a:endParaRPr kumimoji="1" lang="ja-JP" altLang="en-US" sz="2800" b="0" i="0" u="sng" strike="noStrike" kern="1200" cap="none" spc="0" normalizeH="0" baseline="0" noProof="0" dirty="0">
              <a:ln>
                <a:noFill/>
              </a:ln>
              <a:solidFill>
                <a:srgbClr val="FFFFFF"/>
              </a:solidFill>
              <a:effectLst/>
              <a:uLnTx/>
              <a:uFillTx/>
              <a:latin typeface="Segoe UI Semibold" panose="020B0702040204020203" pitchFamily="34" charset="0"/>
              <a:ea typeface="Yu Gothic"/>
              <a:cs typeface="Segoe UI Semibold" panose="020B0702040204020203" pitchFamily="34" charset="0"/>
            </a:endParaRPr>
          </a:p>
        </p:txBody>
      </p:sp>
      <p:sp>
        <p:nvSpPr>
          <p:cNvPr id="7" name="円弧 21">
            <a:extLst>
              <a:ext uri="{FF2B5EF4-FFF2-40B4-BE49-F238E27FC236}">
                <a16:creationId xmlns:a16="http://schemas.microsoft.com/office/drawing/2014/main" id="{AADF6ACE-B50E-DCDE-A657-B7867B98B1FF}"/>
              </a:ext>
            </a:extLst>
          </p:cNvPr>
          <p:cNvSpPr/>
          <p:nvPr/>
        </p:nvSpPr>
        <p:spPr>
          <a:xfrm rot="11404420">
            <a:off x="4052041" y="880071"/>
            <a:ext cx="3027525" cy="2988375"/>
          </a:xfrm>
          <a:prstGeom prst="arc">
            <a:avLst>
              <a:gd name="adj1" fmla="val 11903165"/>
              <a:gd name="adj2" fmla="val 18682102"/>
            </a:avLst>
          </a:prstGeom>
          <a:ln w="57150">
            <a:solidFill>
              <a:schemeClr val="accent3"/>
            </a:solidFill>
            <a:prstDash val="dashDot"/>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rgbClr val="464646"/>
              </a:solidFill>
              <a:effectLst/>
              <a:uLnTx/>
              <a:uFillTx/>
              <a:latin typeface="Segoe UI Semilight"/>
              <a:ea typeface="Yu Gothic"/>
              <a:cs typeface="+mn-cs"/>
            </a:endParaRPr>
          </a:p>
        </p:txBody>
      </p:sp>
    </p:spTree>
    <p:extLst>
      <p:ext uri="{BB962C8B-B14F-4D97-AF65-F5344CB8AC3E}">
        <p14:creationId xmlns:p14="http://schemas.microsoft.com/office/powerpoint/2010/main" val="272880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wipe(down)">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fade">
                                      <p:cBhvr>
                                        <p:cTn id="17" dur="500"/>
                                        <p:tgtEl>
                                          <p:spTgt spid="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wipe(left)">
                                      <p:cBhvr>
                                        <p:cTn id="22" dur="500"/>
                                        <p:tgtEl>
                                          <p:spTgt spid="6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wipe(up)">
                                      <p:cBhvr>
                                        <p:cTn id="33" dur="500"/>
                                        <p:tgtEl>
                                          <p:spTgt spid="61"/>
                                        </p:tgtEl>
                                      </p:cBhvr>
                                    </p:animEffect>
                                  </p:childTnLst>
                                </p:cTn>
                              </p:par>
                            </p:childTnLst>
                          </p:cTn>
                        </p:par>
                        <p:par>
                          <p:cTn id="34" fill="hold">
                            <p:stCondLst>
                              <p:cond delay="500"/>
                            </p:stCondLst>
                            <p:childTnLst>
                              <p:par>
                                <p:cTn id="35" presetID="1" presetClass="entr" presetSubtype="0" fill="hold" grpId="0" nodeType="afterEffect">
                                  <p:stCondLst>
                                    <p:cond delay="500"/>
                                  </p:stCondLst>
                                  <p:childTnLst>
                                    <p:set>
                                      <p:cBhvr>
                                        <p:cTn id="36" dur="1" fill="hold">
                                          <p:stCondLst>
                                            <p:cond delay="0"/>
                                          </p:stCondLst>
                                        </p:cTn>
                                        <p:tgtEl>
                                          <p:spTgt spid="53"/>
                                        </p:tgtEl>
                                        <p:attrNameLst>
                                          <p:attrName>style.visibility</p:attrName>
                                        </p:attrNameLst>
                                      </p:cBhvr>
                                      <p:to>
                                        <p:strVal val="visible"/>
                                      </p:to>
                                    </p:set>
                                  </p:childTnLst>
                                </p:cTn>
                              </p:par>
                            </p:childTnLst>
                          </p:cTn>
                        </p:par>
                        <p:par>
                          <p:cTn id="37" fill="hold">
                            <p:stCondLst>
                              <p:cond delay="1000"/>
                            </p:stCondLst>
                            <p:childTnLst>
                              <p:par>
                                <p:cTn id="38" presetID="1" presetClass="entr" presetSubtype="0" fill="hold" grpId="0" nodeType="afterEffect">
                                  <p:stCondLst>
                                    <p:cond delay="500"/>
                                  </p:stCondLst>
                                  <p:childTnLst>
                                    <p:set>
                                      <p:cBhvr>
                                        <p:cTn id="39" dur="1" fill="hold">
                                          <p:stCondLst>
                                            <p:cond delay="0"/>
                                          </p:stCondLst>
                                        </p:cTn>
                                        <p:tgtEl>
                                          <p:spTgt spid="3"/>
                                        </p:tgtEl>
                                        <p:attrNameLst>
                                          <p:attrName>style.visibility</p:attrName>
                                        </p:attrNameLst>
                                      </p:cBhvr>
                                      <p:to>
                                        <p:strVal val="visible"/>
                                      </p:to>
                                    </p:set>
                                  </p:childTnLst>
                                </p:cTn>
                              </p:par>
                            </p:childTnLst>
                          </p:cTn>
                        </p:par>
                        <p:par>
                          <p:cTn id="40" fill="hold">
                            <p:stCondLst>
                              <p:cond delay="1500"/>
                            </p:stCondLst>
                            <p:childTnLst>
                              <p:par>
                                <p:cTn id="41" presetID="1" presetClass="entr" presetSubtype="0" fill="hold" grpId="0" nodeType="afterEffect">
                                  <p:stCondLst>
                                    <p:cond delay="50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20" grpId="0" animBg="1"/>
      <p:bldP spid="3" grpId="0"/>
      <p:bldP spid="4" grpId="0"/>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60A80-D760-9840-A8B8-D913C5FC67A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DB5540-8380-0ADE-A756-A78A043CAF1F}"/>
              </a:ext>
            </a:extLst>
          </p:cNvPr>
          <p:cNvPicPr>
            <a:picLocks noChangeAspect="1"/>
          </p:cNvPicPr>
          <p:nvPr/>
        </p:nvPicPr>
        <p:blipFill>
          <a:blip r:embed="rId2"/>
          <a:stretch>
            <a:fillRect/>
          </a:stretch>
        </p:blipFill>
        <p:spPr>
          <a:xfrm>
            <a:off x="1686705" y="0"/>
            <a:ext cx="8818590" cy="6858000"/>
          </a:xfrm>
          <a:prstGeom prst="rect">
            <a:avLst/>
          </a:prstGeom>
        </p:spPr>
      </p:pic>
    </p:spTree>
    <p:extLst>
      <p:ext uri="{BB962C8B-B14F-4D97-AF65-F5344CB8AC3E}">
        <p14:creationId xmlns:p14="http://schemas.microsoft.com/office/powerpoint/2010/main" val="752058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DEFC8-92F0-0FBE-9FC6-0F292656D0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92E152F-02C3-4FFA-3484-7CD79E89F8AC}"/>
              </a:ext>
            </a:extLst>
          </p:cNvPr>
          <p:cNvPicPr>
            <a:picLocks noChangeAspect="1"/>
          </p:cNvPicPr>
          <p:nvPr/>
        </p:nvPicPr>
        <p:blipFill>
          <a:blip r:embed="rId2"/>
          <a:stretch>
            <a:fillRect/>
          </a:stretch>
        </p:blipFill>
        <p:spPr>
          <a:xfrm>
            <a:off x="2228733" y="0"/>
            <a:ext cx="7734534" cy="6858000"/>
          </a:xfrm>
          <a:prstGeom prst="rect">
            <a:avLst/>
          </a:prstGeom>
        </p:spPr>
      </p:pic>
    </p:spTree>
    <p:extLst>
      <p:ext uri="{BB962C8B-B14F-4D97-AF65-F5344CB8AC3E}">
        <p14:creationId xmlns:p14="http://schemas.microsoft.com/office/powerpoint/2010/main" val="1378477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C8B8C-8311-4D00-1340-E570C6AECD6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1FD6400-688A-A9AF-2AFB-2F441B66BF48}"/>
              </a:ext>
            </a:extLst>
          </p:cNvPr>
          <p:cNvPicPr>
            <a:picLocks noChangeAspect="1"/>
          </p:cNvPicPr>
          <p:nvPr/>
        </p:nvPicPr>
        <p:blipFill>
          <a:blip r:embed="rId2"/>
          <a:stretch>
            <a:fillRect/>
          </a:stretch>
        </p:blipFill>
        <p:spPr>
          <a:xfrm>
            <a:off x="980232" y="0"/>
            <a:ext cx="10231536" cy="6858000"/>
          </a:xfrm>
          <a:prstGeom prst="rect">
            <a:avLst/>
          </a:prstGeom>
        </p:spPr>
      </p:pic>
    </p:spTree>
    <p:extLst>
      <p:ext uri="{BB962C8B-B14F-4D97-AF65-F5344CB8AC3E}">
        <p14:creationId xmlns:p14="http://schemas.microsoft.com/office/powerpoint/2010/main" val="3815357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08ADB-E33B-C5B6-4432-391D838AA5E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D2B45B0-ACBD-0ACE-CDD7-2F273DE3DF02}"/>
              </a:ext>
            </a:extLst>
          </p:cNvPr>
          <p:cNvPicPr>
            <a:picLocks noChangeAspect="1"/>
          </p:cNvPicPr>
          <p:nvPr/>
        </p:nvPicPr>
        <p:blipFill>
          <a:blip r:embed="rId2"/>
          <a:stretch>
            <a:fillRect/>
          </a:stretch>
        </p:blipFill>
        <p:spPr>
          <a:xfrm>
            <a:off x="1032756" y="151942"/>
            <a:ext cx="10126488" cy="6554115"/>
          </a:xfrm>
          <a:prstGeom prst="rect">
            <a:avLst/>
          </a:prstGeom>
        </p:spPr>
      </p:pic>
    </p:spTree>
    <p:extLst>
      <p:ext uri="{BB962C8B-B14F-4D97-AF65-F5344CB8AC3E}">
        <p14:creationId xmlns:p14="http://schemas.microsoft.com/office/powerpoint/2010/main" val="3114166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3B20-5E84-9490-AED6-9EE6DF31FF6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ECCEDCF-BAC9-C71F-CFDB-ACB4A9F9F420}"/>
              </a:ext>
            </a:extLst>
          </p:cNvPr>
          <p:cNvPicPr>
            <a:picLocks noChangeAspect="1"/>
          </p:cNvPicPr>
          <p:nvPr/>
        </p:nvPicPr>
        <p:blipFill>
          <a:blip r:embed="rId2"/>
          <a:stretch>
            <a:fillRect/>
          </a:stretch>
        </p:blipFill>
        <p:spPr>
          <a:xfrm>
            <a:off x="923203" y="323416"/>
            <a:ext cx="10345594" cy="6211167"/>
          </a:xfrm>
          <a:prstGeom prst="rect">
            <a:avLst/>
          </a:prstGeom>
        </p:spPr>
      </p:pic>
    </p:spTree>
    <p:extLst>
      <p:ext uri="{BB962C8B-B14F-4D97-AF65-F5344CB8AC3E}">
        <p14:creationId xmlns:p14="http://schemas.microsoft.com/office/powerpoint/2010/main" val="169635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10A41-ADF6-EC7D-D0E2-FE6CF835BAA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4AEBCF7-D453-2FEF-CF67-6394B54DCDEC}"/>
              </a:ext>
            </a:extLst>
          </p:cNvPr>
          <p:cNvPicPr>
            <a:picLocks noChangeAspect="1"/>
          </p:cNvPicPr>
          <p:nvPr/>
        </p:nvPicPr>
        <p:blipFill>
          <a:blip r:embed="rId2"/>
          <a:stretch>
            <a:fillRect/>
          </a:stretch>
        </p:blipFill>
        <p:spPr>
          <a:xfrm>
            <a:off x="985124" y="1285576"/>
            <a:ext cx="10221751" cy="4286848"/>
          </a:xfrm>
          <a:prstGeom prst="rect">
            <a:avLst/>
          </a:prstGeom>
        </p:spPr>
      </p:pic>
    </p:spTree>
    <p:extLst>
      <p:ext uri="{BB962C8B-B14F-4D97-AF65-F5344CB8AC3E}">
        <p14:creationId xmlns:p14="http://schemas.microsoft.com/office/powerpoint/2010/main" val="3169991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Rigaku_BrandedTheme_4.3_BASIC">
  <a:themeElements>
    <a:clrScheme name="ユーザー定義 1">
      <a:dk1>
        <a:srgbClr val="464646"/>
      </a:dk1>
      <a:lt1>
        <a:srgbClr val="FFFFFF"/>
      </a:lt1>
      <a:dk2>
        <a:srgbClr val="041E42"/>
      </a:dk2>
      <a:lt2>
        <a:srgbClr val="B9D9EB"/>
      </a:lt2>
      <a:accent1>
        <a:srgbClr val="009CDE"/>
      </a:accent1>
      <a:accent2>
        <a:srgbClr val="BA0C2F"/>
      </a:accent2>
      <a:accent3>
        <a:srgbClr val="FF6720"/>
      </a:accent3>
      <a:accent4>
        <a:srgbClr val="FFBF3F"/>
      </a:accent4>
      <a:accent5>
        <a:srgbClr val="64A70B"/>
      </a:accent5>
      <a:accent6>
        <a:srgbClr val="D9D9D9"/>
      </a:accent6>
      <a:hlink>
        <a:srgbClr val="009CDE"/>
      </a:hlink>
      <a:folHlink>
        <a:srgbClr val="FF6720"/>
      </a:folHlink>
    </a:clrScheme>
    <a:fontScheme name="Custom 3">
      <a:majorFont>
        <a:latin typeface="Segoe UI Semilight"/>
        <a:ea typeface="Yu Gothic"/>
        <a:cs typeface=""/>
      </a:majorFont>
      <a:minorFont>
        <a:latin typeface="Segoe UI Semilight"/>
        <a:ea typeface="Yu Gothi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2026_PowerPointTemplate_EN_16.9_confidential" id="{987A5777-DD3C-2B49-8D5F-B4D7BCB3536E}" vid="{81CA56E0-8909-EF47-B9D1-FFFD3DC395C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2647</TotalTime>
  <Words>237</Words>
  <Application>Microsoft Office PowerPoint</Application>
  <PresentationFormat>Widescreen</PresentationFormat>
  <Paragraphs>71</Paragraphs>
  <Slides>10</Slides>
  <Notes>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10</vt:i4>
      </vt:variant>
    </vt:vector>
  </HeadingPairs>
  <TitlesOfParts>
    <vt:vector size="24" baseType="lpstr">
      <vt:lpstr>ＭＳ Ｐゴシック</vt:lpstr>
      <vt:lpstr>Yu Gothic</vt:lpstr>
      <vt:lpstr>Aptos</vt:lpstr>
      <vt:lpstr>Aptos Display</vt:lpstr>
      <vt:lpstr>Arial</vt:lpstr>
      <vt:lpstr>Calibri</vt:lpstr>
      <vt:lpstr>Courier New</vt:lpstr>
      <vt:lpstr>Roboto</vt:lpstr>
      <vt:lpstr>Segoe UI</vt:lpstr>
      <vt:lpstr>Segoe UI Semibold</vt:lpstr>
      <vt:lpstr>Segoe UI Semilight</vt:lpstr>
      <vt:lpstr>Wingdings</vt:lpstr>
      <vt:lpstr>Office Theme</vt:lpstr>
      <vt:lpstr>Rigaku_BrandedTheme_4.3_BASIC</vt:lpstr>
      <vt:lpstr>PowerPoint Presentation</vt:lpstr>
      <vt:lpstr>PowerPoint Presentation</vt:lpstr>
      <vt:lpstr>PowerPoint Presentation</vt:lpstr>
      <vt:lpstr>Genesis in Practice: AI materials discovery loop</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Simon Bates</dc:creator>
  <cp:lastModifiedBy>Simon Bates</cp:lastModifiedBy>
  <cp:revision>2</cp:revision>
  <dcterms:created xsi:type="dcterms:W3CDTF">2026-05-26T07:04:06Z</dcterms:created>
  <dcterms:modified xsi:type="dcterms:W3CDTF">2026-05-28T04:14:44Z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1ec977c-69b1-462f-989f-f6017da0c86a_Enabled">
    <vt:lpwstr>true</vt:lpwstr>
  </property>
  <property fmtid="{D5CDD505-2E9C-101B-9397-08002B2CF9AE}" pid="3" name="MSIP_Label_e1ec977c-69b1-462f-989f-f6017da0c86a_SetDate">
    <vt:lpwstr>2026-05-26T08:07:04Z</vt:lpwstr>
  </property>
  <property fmtid="{D5CDD505-2E9C-101B-9397-08002B2CF9AE}" pid="4" name="MSIP_Label_e1ec977c-69b1-462f-989f-f6017da0c86a_Method">
    <vt:lpwstr>Standard</vt:lpwstr>
  </property>
  <property fmtid="{D5CDD505-2E9C-101B-9397-08002B2CF9AE}" pid="5" name="MSIP_Label_e1ec977c-69b1-462f-989f-f6017da0c86a_Name">
    <vt:lpwstr>defa4170-0d19-0005-0002-bc88714345d2</vt:lpwstr>
  </property>
  <property fmtid="{D5CDD505-2E9C-101B-9397-08002B2CF9AE}" pid="6" name="MSIP_Label_e1ec977c-69b1-462f-989f-f6017da0c86a_SiteId">
    <vt:lpwstr>fffbbdfd-299d-49d6-ba56-a87bb9a3c67e</vt:lpwstr>
  </property>
  <property fmtid="{D5CDD505-2E9C-101B-9397-08002B2CF9AE}" pid="7" name="MSIP_Label_e1ec977c-69b1-462f-989f-f6017da0c86a_ActionId">
    <vt:lpwstr>e5646024-6a27-4183-b0f9-8cb399d2597f</vt:lpwstr>
  </property>
  <property fmtid="{D5CDD505-2E9C-101B-9397-08002B2CF9AE}" pid="8" name="MSIP_Label_e1ec977c-69b1-462f-989f-f6017da0c86a_ContentBits">
    <vt:lpwstr>0</vt:lpwstr>
  </property>
  <property fmtid="{D5CDD505-2E9C-101B-9397-08002B2CF9AE}" pid="9" name="MSIP_Label_e1ec977c-69b1-462f-989f-f6017da0c86a_Tag">
    <vt:lpwstr>10, 3, 0, 1</vt:lpwstr>
  </property>
</Properties>
</file>